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9" r:id="rId4"/>
    <p:sldId id="257" r:id="rId5"/>
    <p:sldId id="260" r:id="rId6"/>
    <p:sldId id="261" r:id="rId7"/>
    <p:sldId id="263" r:id="rId8"/>
    <p:sldId id="265" r:id="rId9"/>
    <p:sldId id="266" r:id="rId10"/>
    <p:sldId id="284" r:id="rId11"/>
    <p:sldId id="285" r:id="rId12"/>
    <p:sldId id="286" r:id="rId13"/>
    <p:sldId id="289" r:id="rId14"/>
    <p:sldId id="288" r:id="rId15"/>
    <p:sldId id="273" r:id="rId16"/>
    <p:sldId id="274" r:id="rId17"/>
    <p:sldId id="275" r:id="rId18"/>
    <p:sldId id="276" r:id="rId19"/>
    <p:sldId id="277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2B6"/>
    <a:srgbClr val="7D7D7D"/>
    <a:srgbClr val="CCCCCC"/>
    <a:srgbClr val="FF62D6"/>
    <a:srgbClr val="595959"/>
    <a:srgbClr val="2B245C"/>
    <a:srgbClr val="060937"/>
    <a:srgbClr val="100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E09AF-F104-45EC-A4E7-372A2E9900C6}" v="37" dt="2025-09-12T03:53:44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4795"/>
  </p:normalViewPr>
  <p:slideViewPr>
    <p:cSldViewPr snapToGrid="0">
      <p:cViewPr varScale="1">
        <p:scale>
          <a:sx n="75" d="100"/>
          <a:sy n="75" d="100"/>
        </p:scale>
        <p:origin x="556" y="3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7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no, Ryo" userId="fac4dc63-510a-4e52-afc7-5e93521c4a6a" providerId="ADAL" clId="{C8CE09AF-F104-45EC-A4E7-372A2E9900C6}"/>
    <pc:docChg chg="custSel modMainMaster">
      <pc:chgData name="Kumano, Ryo" userId="fac4dc63-510a-4e52-afc7-5e93521c4a6a" providerId="ADAL" clId="{C8CE09AF-F104-45EC-A4E7-372A2E9900C6}" dt="2025-09-12T03:53:44.919" v="41" actId="20577"/>
      <pc:docMkLst>
        <pc:docMk/>
      </pc:docMkLst>
      <pc:sldMasterChg chg="modSldLayout">
        <pc:chgData name="Kumano, Ryo" userId="fac4dc63-510a-4e52-afc7-5e93521c4a6a" providerId="ADAL" clId="{C8CE09AF-F104-45EC-A4E7-372A2E9900C6}" dt="2025-09-12T03:53:44.919" v="41" actId="20577"/>
        <pc:sldMasterMkLst>
          <pc:docMk/>
          <pc:sldMasterMk cId="810383286" sldId="2147483648"/>
        </pc:sldMasterMkLst>
        <pc:sldLayoutChg chg="modSp mod">
          <pc:chgData name="Kumano, Ryo" userId="fac4dc63-510a-4e52-afc7-5e93521c4a6a" providerId="ADAL" clId="{C8CE09AF-F104-45EC-A4E7-372A2E9900C6}" dt="2025-09-12T03:52:52.510" v="23" actId="20577"/>
          <pc:sldLayoutMkLst>
            <pc:docMk/>
            <pc:sldMasterMk cId="810383286" sldId="2147483648"/>
            <pc:sldLayoutMk cId="2213169861" sldId="2147483650"/>
          </pc:sldLayoutMkLst>
          <pc:spChg chg="mod">
            <ac:chgData name="Kumano, Ryo" userId="fac4dc63-510a-4e52-afc7-5e93521c4a6a" providerId="ADAL" clId="{C8CE09AF-F104-45EC-A4E7-372A2E9900C6}" dt="2025-09-12T03:49:57.546" v="1" actId="20577"/>
            <ac:spMkLst>
              <pc:docMk/>
              <pc:sldMasterMk cId="810383286" sldId="2147483648"/>
              <pc:sldLayoutMk cId="2213169861" sldId="2147483650"/>
              <ac:spMk id="4" creationId="{DD785588-83DE-EEE7-608F-AEB8524EB260}"/>
            </ac:spMkLst>
          </pc:spChg>
          <pc:spChg chg="mod">
            <ac:chgData name="Kumano, Ryo" userId="fac4dc63-510a-4e52-afc7-5e93521c4a6a" providerId="ADAL" clId="{C8CE09AF-F104-45EC-A4E7-372A2E9900C6}" dt="2025-09-12T03:52:52.510" v="23" actId="20577"/>
            <ac:spMkLst>
              <pc:docMk/>
              <pc:sldMasterMk cId="810383286" sldId="2147483648"/>
              <pc:sldLayoutMk cId="2213169861" sldId="2147483650"/>
              <ac:spMk id="5" creationId="{EA39A74E-5190-15C8-C617-CABCC5C91126}"/>
            </ac:spMkLst>
          </pc:spChg>
        </pc:sldLayoutChg>
        <pc:sldLayoutChg chg="modSp mod">
          <pc:chgData name="Kumano, Ryo" userId="fac4dc63-510a-4e52-afc7-5e93521c4a6a" providerId="ADAL" clId="{C8CE09AF-F104-45EC-A4E7-372A2E9900C6}" dt="2025-09-12T03:53:44.919" v="41" actId="20577"/>
          <pc:sldLayoutMkLst>
            <pc:docMk/>
            <pc:sldMasterMk cId="810383286" sldId="2147483648"/>
            <pc:sldLayoutMk cId="4107061301" sldId="2147483657"/>
          </pc:sldLayoutMkLst>
          <pc:spChg chg="mod">
            <ac:chgData name="Kumano, Ryo" userId="fac4dc63-510a-4e52-afc7-5e93521c4a6a" providerId="ADAL" clId="{C8CE09AF-F104-45EC-A4E7-372A2E9900C6}" dt="2025-09-12T03:53:41.970" v="39" actId="20577"/>
            <ac:spMkLst>
              <pc:docMk/>
              <pc:sldMasterMk cId="810383286" sldId="2147483648"/>
              <pc:sldLayoutMk cId="4107061301" sldId="2147483657"/>
              <ac:spMk id="3" creationId="{652C15E9-7913-FC64-3BF9-DBD05ABA44C0}"/>
            </ac:spMkLst>
          </pc:spChg>
          <pc:spChg chg="mod">
            <ac:chgData name="Kumano, Ryo" userId="fac4dc63-510a-4e52-afc7-5e93521c4a6a" providerId="ADAL" clId="{C8CE09AF-F104-45EC-A4E7-372A2E9900C6}" dt="2025-09-12T03:51:17.683" v="13" actId="20577"/>
            <ac:spMkLst>
              <pc:docMk/>
              <pc:sldMasterMk cId="810383286" sldId="2147483648"/>
              <pc:sldLayoutMk cId="4107061301" sldId="2147483657"/>
              <ac:spMk id="6" creationId="{A257F8AB-6D35-6312-647D-7218A2F83C82}"/>
            </ac:spMkLst>
          </pc:spChg>
          <pc:spChg chg="mod">
            <ac:chgData name="Kumano, Ryo" userId="fac4dc63-510a-4e52-afc7-5e93521c4a6a" providerId="ADAL" clId="{C8CE09AF-F104-45EC-A4E7-372A2E9900C6}" dt="2025-09-12T03:53:44.919" v="41" actId="20577"/>
            <ac:spMkLst>
              <pc:docMk/>
              <pc:sldMasterMk cId="810383286" sldId="2147483648"/>
              <pc:sldLayoutMk cId="4107061301" sldId="2147483657"/>
              <ac:spMk id="9" creationId="{C11532D3-8243-161F-7907-D64404B03D4D}"/>
            </ac:spMkLst>
          </pc:spChg>
        </pc:sldLayoutChg>
        <pc:sldLayoutChg chg="modSp">
          <pc:chgData name="Kumano, Ryo" userId="fac4dc63-510a-4e52-afc7-5e93521c4a6a" providerId="ADAL" clId="{C8CE09AF-F104-45EC-A4E7-372A2E9900C6}" dt="2025-09-12T03:53:20.928" v="31" actId="20577"/>
          <pc:sldLayoutMkLst>
            <pc:docMk/>
            <pc:sldMasterMk cId="810383286" sldId="2147483648"/>
            <pc:sldLayoutMk cId="2154138655" sldId="2147483664"/>
          </pc:sldLayoutMkLst>
          <pc:spChg chg="mod">
            <ac:chgData name="Kumano, Ryo" userId="fac4dc63-510a-4e52-afc7-5e93521c4a6a" providerId="ADAL" clId="{C8CE09AF-F104-45EC-A4E7-372A2E9900C6}" dt="2025-09-12T03:53:20.928" v="31" actId="20577"/>
            <ac:spMkLst>
              <pc:docMk/>
              <pc:sldMasterMk cId="810383286" sldId="2147483648"/>
              <pc:sldLayoutMk cId="2154138655" sldId="2147483664"/>
              <ac:spMk id="4" creationId="{650693A6-EF3A-C6DA-3046-1BAB7F2C8769}"/>
            </ac:spMkLst>
          </pc:spChg>
          <pc:spChg chg="mod">
            <ac:chgData name="Kumano, Ryo" userId="fac4dc63-510a-4e52-afc7-5e93521c4a6a" providerId="ADAL" clId="{C8CE09AF-F104-45EC-A4E7-372A2E9900C6}" dt="2025-09-12T03:50:44.956" v="6"/>
            <ac:spMkLst>
              <pc:docMk/>
              <pc:sldMasterMk cId="810383286" sldId="2147483648"/>
              <pc:sldLayoutMk cId="2154138655" sldId="2147483664"/>
              <ac:spMk id="6" creationId="{017EAC65-C575-C40D-060A-7148C7AEE9B0}"/>
            </ac:spMkLst>
          </pc:spChg>
        </pc:sldLayoutChg>
        <pc:sldLayoutChg chg="modSp">
          <pc:chgData name="Kumano, Ryo" userId="fac4dc63-510a-4e52-afc7-5e93521c4a6a" providerId="ADAL" clId="{C8CE09AF-F104-45EC-A4E7-372A2E9900C6}" dt="2025-09-12T03:52:00.301" v="15"/>
          <pc:sldLayoutMkLst>
            <pc:docMk/>
            <pc:sldMasterMk cId="810383286" sldId="2147483648"/>
            <pc:sldLayoutMk cId="1935521993" sldId="2147483667"/>
          </pc:sldLayoutMkLst>
          <pc:spChg chg="mod">
            <ac:chgData name="Kumano, Ryo" userId="fac4dc63-510a-4e52-afc7-5e93521c4a6a" providerId="ADAL" clId="{C8CE09AF-F104-45EC-A4E7-372A2E9900C6}" dt="2025-09-12T03:52:00.301" v="15"/>
            <ac:spMkLst>
              <pc:docMk/>
              <pc:sldMasterMk cId="810383286" sldId="2147483648"/>
              <pc:sldLayoutMk cId="1935521993" sldId="2147483667"/>
              <ac:spMk id="19" creationId="{7151E543-8543-8974-01E7-477171E21E81}"/>
            </ac:spMkLst>
          </pc:spChg>
        </pc:sldLayoutChg>
        <pc:sldLayoutChg chg="modSp">
          <pc:chgData name="Kumano, Ryo" userId="fac4dc63-510a-4e52-afc7-5e93521c4a6a" providerId="ADAL" clId="{C8CE09AF-F104-45EC-A4E7-372A2E9900C6}" dt="2025-09-12T03:52:05.974" v="16"/>
          <pc:sldLayoutMkLst>
            <pc:docMk/>
            <pc:sldMasterMk cId="810383286" sldId="2147483648"/>
            <pc:sldLayoutMk cId="1201475632" sldId="2147483668"/>
          </pc:sldLayoutMkLst>
          <pc:spChg chg="mod">
            <ac:chgData name="Kumano, Ryo" userId="fac4dc63-510a-4e52-afc7-5e93521c4a6a" providerId="ADAL" clId="{C8CE09AF-F104-45EC-A4E7-372A2E9900C6}" dt="2025-09-12T03:52:05.974" v="16"/>
            <ac:spMkLst>
              <pc:docMk/>
              <pc:sldMasterMk cId="810383286" sldId="2147483648"/>
              <pc:sldLayoutMk cId="1201475632" sldId="2147483668"/>
              <ac:spMk id="19" creationId="{7151E543-8543-8974-01E7-477171E21E81}"/>
            </ac:spMkLst>
          </pc:spChg>
        </pc:sldLayoutChg>
        <pc:sldLayoutChg chg="modSp mod">
          <pc:chgData name="Kumano, Ryo" userId="fac4dc63-510a-4e52-afc7-5e93521c4a6a" providerId="ADAL" clId="{C8CE09AF-F104-45EC-A4E7-372A2E9900C6}" dt="2025-09-12T03:53:01.868" v="25" actId="20577"/>
          <pc:sldLayoutMkLst>
            <pc:docMk/>
            <pc:sldMasterMk cId="810383286" sldId="2147483648"/>
            <pc:sldLayoutMk cId="2840750847" sldId="2147483686"/>
          </pc:sldLayoutMkLst>
          <pc:spChg chg="mod">
            <ac:chgData name="Kumano, Ryo" userId="fac4dc63-510a-4e52-afc7-5e93521c4a6a" providerId="ADAL" clId="{C8CE09AF-F104-45EC-A4E7-372A2E9900C6}" dt="2025-09-12T03:53:01.868" v="25" actId="20577"/>
            <ac:spMkLst>
              <pc:docMk/>
              <pc:sldMasterMk cId="810383286" sldId="2147483648"/>
              <pc:sldLayoutMk cId="2840750847" sldId="2147483686"/>
              <ac:spMk id="4" creationId="{1FD8296B-3966-3865-EE0A-D302D950E94F}"/>
            </ac:spMkLst>
          </pc:spChg>
          <pc:spChg chg="mod">
            <ac:chgData name="Kumano, Ryo" userId="fac4dc63-510a-4e52-afc7-5e93521c4a6a" providerId="ADAL" clId="{C8CE09AF-F104-45EC-A4E7-372A2E9900C6}" dt="2025-09-12T03:50:12.796" v="3" actId="20577"/>
            <ac:spMkLst>
              <pc:docMk/>
              <pc:sldMasterMk cId="810383286" sldId="2147483648"/>
              <pc:sldLayoutMk cId="2840750847" sldId="2147483686"/>
              <ac:spMk id="6" creationId="{773DE520-F5C5-A62E-C522-055974591762}"/>
            </ac:spMkLst>
          </pc:spChg>
        </pc:sldLayoutChg>
        <pc:sldLayoutChg chg="modSp mod">
          <pc:chgData name="Kumano, Ryo" userId="fac4dc63-510a-4e52-afc7-5e93521c4a6a" providerId="ADAL" clId="{C8CE09AF-F104-45EC-A4E7-372A2E9900C6}" dt="2025-09-12T03:53:15.947" v="29" actId="20577"/>
          <pc:sldLayoutMkLst>
            <pc:docMk/>
            <pc:sldMasterMk cId="810383286" sldId="2147483648"/>
            <pc:sldLayoutMk cId="769666808" sldId="2147483687"/>
          </pc:sldLayoutMkLst>
          <pc:spChg chg="mod">
            <ac:chgData name="Kumano, Ryo" userId="fac4dc63-510a-4e52-afc7-5e93521c4a6a" providerId="ADAL" clId="{C8CE09AF-F104-45EC-A4E7-372A2E9900C6}" dt="2025-09-12T03:53:09.290" v="27" actId="20577"/>
            <ac:spMkLst>
              <pc:docMk/>
              <pc:sldMasterMk cId="810383286" sldId="2147483648"/>
              <pc:sldLayoutMk cId="769666808" sldId="2147483687"/>
              <ac:spMk id="3" creationId="{3256FCCE-2BB2-0E50-C320-3076CFDA51DA}"/>
            </ac:spMkLst>
          </pc:spChg>
          <pc:spChg chg="mod">
            <ac:chgData name="Kumano, Ryo" userId="fac4dc63-510a-4e52-afc7-5e93521c4a6a" providerId="ADAL" clId="{C8CE09AF-F104-45EC-A4E7-372A2E9900C6}" dt="2025-09-12T03:50:25.359" v="5" actId="20577"/>
            <ac:spMkLst>
              <pc:docMk/>
              <pc:sldMasterMk cId="810383286" sldId="2147483648"/>
              <pc:sldLayoutMk cId="769666808" sldId="2147483687"/>
              <ac:spMk id="7" creationId="{F2D05166-D8F0-485A-9143-F96F7C7F7AA5}"/>
            </ac:spMkLst>
          </pc:spChg>
          <pc:spChg chg="mod">
            <ac:chgData name="Kumano, Ryo" userId="fac4dc63-510a-4e52-afc7-5e93521c4a6a" providerId="ADAL" clId="{C8CE09AF-F104-45EC-A4E7-372A2E9900C6}" dt="2025-09-12T03:53:15.947" v="29" actId="20577"/>
            <ac:spMkLst>
              <pc:docMk/>
              <pc:sldMasterMk cId="810383286" sldId="2147483648"/>
              <pc:sldLayoutMk cId="769666808" sldId="2147483687"/>
              <ac:spMk id="10" creationId="{4D91170B-2A47-A252-5336-E336973A430E}"/>
            </ac:spMkLst>
          </pc:spChg>
        </pc:sldLayoutChg>
        <pc:sldLayoutChg chg="addSp delSp modSp mod">
          <pc:chgData name="Kumano, Ryo" userId="fac4dc63-510a-4e52-afc7-5e93521c4a6a" providerId="ADAL" clId="{C8CE09AF-F104-45EC-A4E7-372A2E9900C6}" dt="2025-09-12T03:52:33.662" v="18"/>
          <pc:sldLayoutMkLst>
            <pc:docMk/>
            <pc:sldMasterMk cId="810383286" sldId="2147483648"/>
            <pc:sldLayoutMk cId="2423032658" sldId="2147483699"/>
          </pc:sldLayoutMkLst>
          <pc:spChg chg="del">
            <ac:chgData name="Kumano, Ryo" userId="fac4dc63-510a-4e52-afc7-5e93521c4a6a" providerId="ADAL" clId="{C8CE09AF-F104-45EC-A4E7-372A2E9900C6}" dt="2025-09-12T03:52:22.661" v="17" actId="478"/>
            <ac:spMkLst>
              <pc:docMk/>
              <pc:sldMasterMk cId="810383286" sldId="2147483648"/>
              <pc:sldLayoutMk cId="2423032658" sldId="2147483699"/>
              <ac:spMk id="2" creationId="{3EDB548C-E261-5D48-3CF7-1C7A1E49AC90}"/>
            </ac:spMkLst>
          </pc:spChg>
          <pc:spChg chg="add mod">
            <ac:chgData name="Kumano, Ryo" userId="fac4dc63-510a-4e52-afc7-5e93521c4a6a" providerId="ADAL" clId="{C8CE09AF-F104-45EC-A4E7-372A2E9900C6}" dt="2025-09-12T03:52:33.662" v="18"/>
            <ac:spMkLst>
              <pc:docMk/>
              <pc:sldMasterMk cId="810383286" sldId="2147483648"/>
              <pc:sldLayoutMk cId="2423032658" sldId="2147483699"/>
              <ac:spMk id="3" creationId="{A74165A7-94D7-8C8A-5858-1E87E8467EAF}"/>
            </ac:spMkLst>
          </pc:spChg>
          <pc:spChg chg="add mod">
            <ac:chgData name="Kumano, Ryo" userId="fac4dc63-510a-4e52-afc7-5e93521c4a6a" providerId="ADAL" clId="{C8CE09AF-F104-45EC-A4E7-372A2E9900C6}" dt="2025-09-12T03:52:33.662" v="18"/>
            <ac:spMkLst>
              <pc:docMk/>
              <pc:sldMasterMk cId="810383286" sldId="2147483648"/>
              <pc:sldLayoutMk cId="2423032658" sldId="2147483699"/>
              <ac:spMk id="5" creationId="{EA6C2CF0-761D-1FA4-4109-287C677F38DD}"/>
            </ac:spMkLst>
          </pc:spChg>
          <pc:spChg chg="del">
            <ac:chgData name="Kumano, Ryo" userId="fac4dc63-510a-4e52-afc7-5e93521c4a6a" providerId="ADAL" clId="{C8CE09AF-F104-45EC-A4E7-372A2E9900C6}" dt="2025-09-12T03:52:22.661" v="17" actId="478"/>
            <ac:spMkLst>
              <pc:docMk/>
              <pc:sldMasterMk cId="810383286" sldId="2147483648"/>
              <pc:sldLayoutMk cId="2423032658" sldId="2147483699"/>
              <ac:spMk id="9" creationId="{0DDE33EC-0B52-EF8B-6C26-7A1CFBE2509A}"/>
            </ac:spMkLst>
          </pc:spChg>
        </pc:sldLayoutChg>
        <pc:sldLayoutChg chg="modSp mod">
          <pc:chgData name="Kumano, Ryo" userId="fac4dc63-510a-4e52-afc7-5e93521c4a6a" providerId="ADAL" clId="{C8CE09AF-F104-45EC-A4E7-372A2E9900C6}" dt="2025-09-12T03:53:33.599" v="35" actId="20577"/>
          <pc:sldLayoutMkLst>
            <pc:docMk/>
            <pc:sldMasterMk cId="810383286" sldId="2147483648"/>
            <pc:sldLayoutMk cId="1290362440" sldId="2147483700"/>
          </pc:sldLayoutMkLst>
          <pc:spChg chg="mod">
            <ac:chgData name="Kumano, Ryo" userId="fac4dc63-510a-4e52-afc7-5e93521c4a6a" providerId="ADAL" clId="{C8CE09AF-F104-45EC-A4E7-372A2E9900C6}" dt="2025-09-12T03:53:33.599" v="35" actId="20577"/>
            <ac:spMkLst>
              <pc:docMk/>
              <pc:sldMasterMk cId="810383286" sldId="2147483648"/>
              <pc:sldLayoutMk cId="1290362440" sldId="2147483700"/>
              <ac:spMk id="3" creationId="{652C15E9-7913-FC64-3BF9-DBD05ABA44C0}"/>
            </ac:spMkLst>
          </pc:spChg>
          <pc:spChg chg="mod">
            <ac:chgData name="Kumano, Ryo" userId="fac4dc63-510a-4e52-afc7-5e93521c4a6a" providerId="ADAL" clId="{C8CE09AF-F104-45EC-A4E7-372A2E9900C6}" dt="2025-09-12T03:51:10.318" v="11" actId="20577"/>
            <ac:spMkLst>
              <pc:docMk/>
              <pc:sldMasterMk cId="810383286" sldId="2147483648"/>
              <pc:sldLayoutMk cId="1290362440" sldId="2147483700"/>
              <ac:spMk id="7" creationId="{66C1BF90-F3A5-074D-6EE1-18E7D0C927B1}"/>
            </ac:spMkLst>
          </pc:spChg>
        </pc:sldLayoutChg>
        <pc:sldLayoutChg chg="modSp mod">
          <pc:chgData name="Kumano, Ryo" userId="fac4dc63-510a-4e52-afc7-5e93521c4a6a" providerId="ADAL" clId="{C8CE09AF-F104-45EC-A4E7-372A2E9900C6}" dt="2025-09-12T03:53:38.051" v="37" actId="20577"/>
          <pc:sldLayoutMkLst>
            <pc:docMk/>
            <pc:sldMasterMk cId="810383286" sldId="2147483648"/>
            <pc:sldLayoutMk cId="1788492684" sldId="2147483720"/>
          </pc:sldLayoutMkLst>
          <pc:spChg chg="mod">
            <ac:chgData name="Kumano, Ryo" userId="fac4dc63-510a-4e52-afc7-5e93521c4a6a" providerId="ADAL" clId="{C8CE09AF-F104-45EC-A4E7-372A2E9900C6}" dt="2025-09-12T03:53:38.051" v="37" actId="20577"/>
            <ac:spMkLst>
              <pc:docMk/>
              <pc:sldMasterMk cId="810383286" sldId="2147483648"/>
              <pc:sldLayoutMk cId="1788492684" sldId="2147483720"/>
              <ac:spMk id="4" creationId="{3ACAAD7F-8362-51B8-C1A2-30C2E9ABEE09}"/>
            </ac:spMkLst>
          </pc:spChg>
          <pc:spChg chg="mod">
            <ac:chgData name="Kumano, Ryo" userId="fac4dc63-510a-4e52-afc7-5e93521c4a6a" providerId="ADAL" clId="{C8CE09AF-F104-45EC-A4E7-372A2E9900C6}" dt="2025-09-12T03:51:05.829" v="10" actId="20577"/>
            <ac:spMkLst>
              <pc:docMk/>
              <pc:sldMasterMk cId="810383286" sldId="2147483648"/>
              <pc:sldLayoutMk cId="1788492684" sldId="2147483720"/>
              <ac:spMk id="7" creationId="{3E77776E-CB20-F70E-3B9B-89AB78E23590}"/>
            </ac:spMkLst>
          </pc:spChg>
        </pc:sldLayoutChg>
        <pc:sldLayoutChg chg="modSp mod">
          <pc:chgData name="Kumano, Ryo" userId="fac4dc63-510a-4e52-afc7-5e93521c4a6a" providerId="ADAL" clId="{C8CE09AF-F104-45EC-A4E7-372A2E9900C6}" dt="2025-09-12T03:53:25.070" v="33" actId="20577"/>
          <pc:sldLayoutMkLst>
            <pc:docMk/>
            <pc:sldMasterMk cId="810383286" sldId="2147483648"/>
            <pc:sldLayoutMk cId="219070819" sldId="2147483721"/>
          </pc:sldLayoutMkLst>
          <pc:spChg chg="mod">
            <ac:chgData name="Kumano, Ryo" userId="fac4dc63-510a-4e52-afc7-5e93521c4a6a" providerId="ADAL" clId="{C8CE09AF-F104-45EC-A4E7-372A2E9900C6}" dt="2025-09-12T03:53:25.070" v="33" actId="20577"/>
            <ac:spMkLst>
              <pc:docMk/>
              <pc:sldMasterMk cId="810383286" sldId="2147483648"/>
              <pc:sldLayoutMk cId="219070819" sldId="2147483721"/>
              <ac:spMk id="4" creationId="{2B26C17E-31BF-3DC2-FC59-9D7493DAF65E}"/>
            </ac:spMkLst>
          </pc:spChg>
          <pc:spChg chg="mod">
            <ac:chgData name="Kumano, Ryo" userId="fac4dc63-510a-4e52-afc7-5e93521c4a6a" providerId="ADAL" clId="{C8CE09AF-F104-45EC-A4E7-372A2E9900C6}" dt="2025-09-12T03:51:26.016" v="14" actId="20577"/>
            <ac:spMkLst>
              <pc:docMk/>
              <pc:sldMasterMk cId="810383286" sldId="2147483648"/>
              <pc:sldLayoutMk cId="219070819" sldId="2147483721"/>
              <ac:spMk id="6" creationId="{42377C88-FA49-AC01-46E7-095A6FEDADBA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65F8DD0-F5BC-4659-CD4C-E918134C15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F4C18D9-DACA-7D72-AC4D-F2D29ADF67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0B1ED-0C61-CA4A-8BD1-19932F4707C7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C8AED2B-D94C-AACA-AEFC-D1FB3B0180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B1EC92-0170-C6DE-5ED9-E42F12E067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22DBA-F833-4945-856A-526CCAEFB0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46264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4DCEF-4541-F249-A587-D56B56CE253B}" type="datetimeFigureOut">
              <a:t>9/12/2025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E243A-5C63-1F49-B405-35CEC5846FF8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43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02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478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26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461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326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846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E243A-5C63-1F49-B405-35CEC5846FF8}" type="slidenum">
              <a:rPr lang="en-US" altLang="ja-JP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1418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>
            <a:extLst>
              <a:ext uri="{FF2B5EF4-FFF2-40B4-BE49-F238E27FC236}">
                <a16:creationId xmlns:a16="http://schemas.microsoft.com/office/drawing/2014/main" id="{7A21E2E0-60F2-E7B3-DA1E-9B939B3875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5455"/>
            <a:ext cx="12192000" cy="5486400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AF21C9F-072F-F762-29C4-EBE2444F04D3}"/>
              </a:ext>
            </a:extLst>
          </p:cNvPr>
          <p:cNvGrpSpPr/>
          <p:nvPr userDrawn="1"/>
        </p:nvGrpSpPr>
        <p:grpSpPr>
          <a:xfrm>
            <a:off x="0" y="5491854"/>
            <a:ext cx="12192000" cy="1366146"/>
            <a:chOff x="0" y="5491854"/>
            <a:chExt cx="12192000" cy="1366146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BF8CAF51-F187-C9DF-9E06-E11E0C623FB8}"/>
                </a:ext>
              </a:extLst>
            </p:cNvPr>
            <p:cNvSpPr/>
            <p:nvPr userDrawn="1"/>
          </p:nvSpPr>
          <p:spPr>
            <a:xfrm>
              <a:off x="0" y="5491854"/>
              <a:ext cx="12192000" cy="13661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" name="図 25" descr="テキスト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97681960-3981-2455-8D36-F84063D02E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020300" y="6235700"/>
              <a:ext cx="2171700" cy="622300"/>
            </a:xfrm>
            <a:prstGeom prst="rect">
              <a:avLst/>
            </a:prstGeom>
          </p:spPr>
        </p:pic>
        <p:pic>
          <p:nvPicPr>
            <p:cNvPr id="28" name="図 27" descr="ロゴ, 会社名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AC2B2798-3918-A7D7-172E-2A357C371C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5892800"/>
              <a:ext cx="2717800" cy="965200"/>
            </a:xfrm>
            <a:prstGeom prst="rect">
              <a:avLst/>
            </a:prstGeom>
          </p:spPr>
        </p:pic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E64F12A-3AF6-92DB-58B5-7248C7839C0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84000" y="1917431"/>
            <a:ext cx="9360000" cy="496799"/>
          </a:xfrm>
        </p:spPr>
        <p:txBody>
          <a:bodyPr wrap="square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spc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" altLang="ja-JP" dirty="0"/>
              <a:t>Cover title </a:t>
            </a:r>
            <a:r>
              <a:rPr kumimoji="1" lang="en-US" altLang="ja-JP" dirty="0"/>
              <a:t>(36pt)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DFD6C4-B652-B8B8-EE5D-4A8687E203E5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84000" y="2609059"/>
            <a:ext cx="9360000" cy="32791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" altLang="ja-JP" b="0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" altLang="ja-JP" dirty="0"/>
              <a:t>Subtitle</a:t>
            </a:r>
            <a:r>
              <a:rPr kumimoji="1" lang="en-US" altLang="ja-JP" dirty="0"/>
              <a:t> (20pt)</a:t>
            </a:r>
            <a:endParaRPr kumimoji="1"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3A136DE8-E320-8C7C-7AA8-71A207CFA79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4000" y="703284"/>
            <a:ext cx="5040000" cy="327910"/>
          </a:xfrm>
          <a:noFill/>
        </p:spPr>
        <p:txBody>
          <a:bodyPr wrap="square" lIns="36000" tIns="0" rIns="36000" bIns="0" rtlCol="0">
            <a:spAutoFit/>
          </a:bodyPr>
          <a:lstStyle>
            <a:lvl1pPr>
              <a:defRPr lang="ja-JP" altLang="en-US" spc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ABC Co., Inc. (20pt)</a:t>
            </a:r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8B9989F7-220B-5A46-2659-039AFFE59B4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84000" y="3573093"/>
            <a:ext cx="5040000" cy="245901"/>
          </a:xfrm>
          <a:noFill/>
        </p:spPr>
        <p:txBody>
          <a:bodyPr wrap="square" lIns="36000" tIns="0" rIns="3600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" altLang="ja-JP" sz="1500" b="0" i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ja-JP" dirty="0"/>
              <a:t>Month Day, 2025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B66E5EC6-2A6B-BBDB-EE7D-F7BF99DCABE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84000" y="4182116"/>
            <a:ext cx="5040000" cy="230832"/>
          </a:xfrm>
          <a:noFill/>
        </p:spPr>
        <p:txBody>
          <a:bodyPr wrap="square" lIns="36000" tIns="0" rIns="36000" bIns="0" rtlCol="0">
            <a:spAutoFit/>
          </a:bodyPr>
          <a:lstStyle>
            <a:lvl1pPr>
              <a:defRPr lang="ja-JP" altLang="en-US" sz="1500" spc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〇〇〇〇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51E543-8543-8974-01E7-477171E21E81}"/>
              </a:ext>
            </a:extLst>
          </p:cNvPr>
          <p:cNvSpPr txBox="1"/>
          <p:nvPr userDrawn="1"/>
        </p:nvSpPr>
        <p:spPr>
          <a:xfrm>
            <a:off x="684000" y="3884893"/>
            <a:ext cx="6151098" cy="230832"/>
          </a:xfrm>
          <a:prstGeom prst="rect">
            <a:avLst/>
          </a:prstGeom>
          <a:noFill/>
        </p:spPr>
        <p:txBody>
          <a:bodyPr wrap="square" lIns="36000" tIns="0" rIns="36000" bIns="0">
            <a:spAutoFit/>
          </a:bodyPr>
          <a:lstStyle/>
          <a:p>
            <a:r>
              <a:rPr lang="en-US" altLang="ja-JP" sz="1500" spc="0" baseline="0" dirty="0">
                <a:solidFill>
                  <a:schemeClr val="bg1"/>
                </a:solidFill>
              </a:rPr>
              <a:t>NTT Data (Thailand) Co., Ltd. Fortience Consulting Division</a:t>
            </a:r>
            <a:endParaRPr lang="en" altLang="ja-JP" sz="1500" spc="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52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463E7DA-CF63-2279-D4E9-939D15D077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3911600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AF21C9F-072F-F762-29C4-EBE2444F04D3}"/>
              </a:ext>
            </a:extLst>
          </p:cNvPr>
          <p:cNvGrpSpPr/>
          <p:nvPr userDrawn="1"/>
        </p:nvGrpSpPr>
        <p:grpSpPr>
          <a:xfrm>
            <a:off x="0" y="3913201"/>
            <a:ext cx="12192000" cy="2944799"/>
            <a:chOff x="0" y="3896837"/>
            <a:chExt cx="12192000" cy="2944799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BF8CAF51-F187-C9DF-9E06-E11E0C623FB8}"/>
                </a:ext>
              </a:extLst>
            </p:cNvPr>
            <p:cNvSpPr/>
            <p:nvPr userDrawn="1"/>
          </p:nvSpPr>
          <p:spPr>
            <a:xfrm>
              <a:off x="0" y="3896837"/>
              <a:ext cx="12192000" cy="29447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" name="図 25" descr="テキスト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97681960-3981-2455-8D36-F84063D02E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020300" y="6219336"/>
              <a:ext cx="2171700" cy="622300"/>
            </a:xfrm>
            <a:prstGeom prst="rect">
              <a:avLst/>
            </a:prstGeom>
          </p:spPr>
        </p:pic>
        <p:pic>
          <p:nvPicPr>
            <p:cNvPr id="28" name="図 27" descr="ロゴ, 会社名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AC2B2798-3918-A7D7-172E-2A357C371C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5876436"/>
              <a:ext cx="2717800" cy="965200"/>
            </a:xfrm>
            <a:prstGeom prst="rect">
              <a:avLst/>
            </a:prstGeom>
          </p:spPr>
        </p:pic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E64F12A-3AF6-92DB-58B5-7248C7839C0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84000" y="1492717"/>
            <a:ext cx="9360000" cy="498598"/>
          </a:xfrm>
        </p:spPr>
        <p:txBody>
          <a:bodyPr wrap="square" lIns="36000" rIns="3600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spc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" altLang="ja-JP" dirty="0"/>
              <a:t>Cover title (36pt)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DFD6C4-B652-B8B8-EE5D-4A8687E203E5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84000" y="2091599"/>
            <a:ext cx="9360000" cy="327910"/>
          </a:xfrm>
        </p:spPr>
        <p:txBody>
          <a:bodyPr wrap="square" lIns="36000" rIns="3600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" altLang="ja-JP" dirty="0"/>
              <a:t>Subtitle (20pt)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3A136DE8-E320-8C7C-7AA8-71A207CFA79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84000" y="703284"/>
            <a:ext cx="5040000" cy="327910"/>
          </a:xfrm>
          <a:noFill/>
        </p:spPr>
        <p:txBody>
          <a:bodyPr wrap="square" lIns="36000" tIns="0" rIns="36000" bIns="0" rtlCol="0">
            <a:spAutoFit/>
          </a:bodyPr>
          <a:lstStyle>
            <a:lvl1pPr>
              <a:defRPr lang="ja-JP" altLang="en-US" spc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" altLang="ja-JP" dirty="0"/>
              <a:t>ABC Co., Inc. (20pt)</a:t>
            </a:r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8B9989F7-220B-5A46-2659-039AFFE59B4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84000" y="2947758"/>
            <a:ext cx="5040000" cy="245901"/>
          </a:xfrm>
          <a:noFill/>
        </p:spPr>
        <p:txBody>
          <a:bodyPr wrap="square" lIns="36000" tIns="0" rIns="3600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500" spc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ja-JP" dirty="0"/>
              <a:t>Month Day, 2025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B66E5EC6-2A6B-BBDB-EE7D-F7BF99DCABE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84000" y="3505981"/>
            <a:ext cx="5040000" cy="230832"/>
          </a:xfrm>
          <a:noFill/>
        </p:spPr>
        <p:txBody>
          <a:bodyPr wrap="square" lIns="36000" tIns="0" rIns="36000" bIns="0" rtlCol="0">
            <a:spAutoFit/>
          </a:bodyPr>
          <a:lstStyle>
            <a:lvl1pPr>
              <a:defRPr lang="ja-JP" altLang="en-US" sz="1500" spc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〇〇〇〇</a:t>
            </a:r>
            <a:endParaRPr kumimoji="1" lang="en-US" altLang="ja-JP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51E543-8543-8974-01E7-477171E21E81}"/>
              </a:ext>
            </a:extLst>
          </p:cNvPr>
          <p:cNvSpPr txBox="1"/>
          <p:nvPr userDrawn="1"/>
        </p:nvSpPr>
        <p:spPr>
          <a:xfrm>
            <a:off x="684000" y="3224633"/>
            <a:ext cx="6151098" cy="230832"/>
          </a:xfrm>
          <a:prstGeom prst="rect">
            <a:avLst/>
          </a:prstGeom>
          <a:noFill/>
        </p:spPr>
        <p:txBody>
          <a:bodyPr wrap="square" lIns="36000" tIns="0" rIns="36000" bIns="0">
            <a:spAutoFit/>
          </a:bodyPr>
          <a:lstStyle/>
          <a:p>
            <a:r>
              <a:rPr lang="en-US" altLang="ja-JP" sz="1500" spc="0" baseline="0" dirty="0">
                <a:solidFill>
                  <a:schemeClr val="bg1"/>
                </a:solidFill>
              </a:rPr>
              <a:t>NTT Data (Thailand) Co., Ltd. Fortience Consulting Division</a:t>
            </a:r>
            <a:endParaRPr lang="en" altLang="ja-JP" sz="1500" spc="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47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A0584DB-CDCB-9739-94B8-D71CFDAB8D23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9288000" cy="387798"/>
          </a:xfrm>
        </p:spPr>
        <p:txBody>
          <a:bodyPr lIns="36000" rIns="36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 altLang="ja-JP" sz="2800">
                <a:effectLst/>
              </a:defRPr>
            </a:lvl1pPr>
          </a:lstStyle>
          <a:p>
            <a:r>
              <a:rPr kumimoji="1" lang="en" altLang="ja-JP" dirty="0"/>
              <a:t>Input table of contents title (28pt)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11113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62A9BF7F-6E2B-8664-8B0D-AEB917C60A8A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43645FA-BFF8-39EA-2BFC-8E932BA2953E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A39A74E-5190-15C8-C617-CABCC5C91126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540000" y="1188000"/>
            <a:ext cx="11113200" cy="4968000"/>
          </a:xfrm>
        </p:spPr>
        <p:txBody>
          <a:bodyPr lIns="36000" rIns="36000"/>
          <a:lstStyle>
            <a:lvl1pPr marL="266700" marR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spc="0" baseline="0"/>
            </a:lvl1pPr>
            <a:lvl2pPr marL="715963" indent="-258763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2pPr>
            <a:lvl3pPr marL="1158875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3pPr>
            <a:lvl4pPr marL="1646238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4pPr>
            <a:lvl5pPr marL="2089150" indent="-2603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ja-JP" altLang="en-US" dirty="0"/>
          </a:p>
          <a:p>
            <a:pPr lvl="1"/>
            <a:r>
              <a:rPr kumimoji="1" lang="en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</a:t>
            </a:r>
            <a:r>
              <a:rPr kumimoji="1" lang="en" altLang="ja-JP" dirty="0"/>
              <a:t>level</a:t>
            </a:r>
            <a:endParaRPr lang="en-US" altLang="ja-JP" dirty="0"/>
          </a:p>
          <a:p>
            <a:pPr lvl="4"/>
            <a:r>
              <a:rPr lang="en-US" altLang="ja-JP" dirty="0"/>
              <a:t>Fifth level</a:t>
            </a:r>
          </a:p>
        </p:txBody>
      </p:sp>
      <p:pic>
        <p:nvPicPr>
          <p:cNvPr id="6" name="図 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1C1EED1-7480-F784-051D-DB224081C3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8100" y="2280"/>
            <a:ext cx="1993900" cy="6604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785588-83DE-EEE7-608F-AEB8524EB260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1316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39" userDrawn="1">
          <p15:clr>
            <a:srgbClr val="FBAE40"/>
          </p15:clr>
        </p15:guide>
        <p15:guide id="3" pos="734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Without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11113200" cy="38779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spc="0"/>
            </a:lvl1pPr>
          </a:lstStyle>
          <a:p>
            <a:r>
              <a:rPr kumimoji="1" lang="en" altLang="ja-JP" dirty="0"/>
              <a:t>Input table of contents title (28pt)</a:t>
            </a:r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11113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5510CD-7E46-6709-AF2A-C989134B7C1A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1FD8296B-3966-3865-EE0A-D302D950E94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40000" y="1188000"/>
            <a:ext cx="11113200" cy="4968000"/>
          </a:xfrm>
        </p:spPr>
        <p:txBody>
          <a:bodyPr lIns="36000" rIns="36000"/>
          <a:lstStyle>
            <a:lvl1pPr marL="266700" marR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spc="0" baseline="0"/>
            </a:lvl1pPr>
            <a:lvl2pPr marL="715963" indent="-258763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2pPr>
            <a:lvl3pPr marL="1158875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3pPr>
            <a:lvl4pPr marL="1646238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4pPr>
            <a:lvl5pPr marL="2089150" indent="-2603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ja-JP" altLang="en-US" dirty="0"/>
          </a:p>
          <a:p>
            <a:pPr lvl="1"/>
            <a:r>
              <a:rPr kumimoji="1" lang="en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</a:t>
            </a:r>
            <a:r>
              <a:rPr kumimoji="1" lang="en" altLang="ja-JP" dirty="0"/>
              <a:t>level</a:t>
            </a:r>
            <a:endParaRPr lang="en-US" altLang="ja-JP" dirty="0"/>
          </a:p>
          <a:p>
            <a:pPr lvl="4"/>
            <a:r>
              <a:rPr lang="en-US" altLang="ja-JP" dirty="0"/>
              <a:t>Fifth level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A76E8F6-8E2D-3FE1-98D8-729355431032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F0AC0822-0E99-442A-ED4B-51D2302AEA03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3DE520-F5C5-A62E-C522-055974591762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0750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pos="734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Without Logo-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11113200" cy="38779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spc="0"/>
            </a:lvl1pPr>
          </a:lstStyle>
          <a:p>
            <a:r>
              <a:rPr kumimoji="1" lang="en" altLang="ja-JP" dirty="0"/>
              <a:t>Input table of contents title (28pt)</a:t>
            </a:r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11113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021B19B-0FBA-B54F-5B0D-49BA58902928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56FCCE-2BB2-0E50-C320-3076CFDA51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0000" y="1188000"/>
            <a:ext cx="5292000" cy="4968000"/>
          </a:xfrm>
        </p:spPr>
        <p:txBody>
          <a:bodyPr lIns="36000" rIns="36000"/>
          <a:lstStyle>
            <a:lvl1pPr marL="266700" marR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spc="0" baseline="0"/>
            </a:lvl1pPr>
            <a:lvl2pPr marL="715963" indent="-258763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2pPr>
            <a:lvl3pPr marL="1158875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3pPr>
            <a:lvl4pPr marL="1646238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4pPr>
            <a:lvl5pPr marL="2089150" indent="-2603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ja-JP" altLang="en-US" dirty="0"/>
          </a:p>
          <a:p>
            <a:pPr lvl="1"/>
            <a:r>
              <a:rPr kumimoji="1" lang="en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</a:t>
            </a:r>
            <a:r>
              <a:rPr kumimoji="1" lang="en" altLang="ja-JP" dirty="0"/>
              <a:t>level</a:t>
            </a:r>
            <a:endParaRPr lang="en-US" altLang="ja-JP" dirty="0"/>
          </a:p>
          <a:p>
            <a:pPr lvl="4"/>
            <a:r>
              <a:rPr lang="en-US" altLang="ja-JP" dirty="0"/>
              <a:t>Fifth level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D91170B-2A47-A252-5336-E336973A430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61200" y="1188000"/>
            <a:ext cx="5292000" cy="4968000"/>
          </a:xfrm>
        </p:spPr>
        <p:txBody>
          <a:bodyPr lIns="36000" rIns="36000"/>
          <a:lstStyle>
            <a:lvl1pPr marL="266700" marR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spc="0" baseline="0"/>
            </a:lvl1pPr>
            <a:lvl2pPr marL="715963" indent="-258763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2pPr>
            <a:lvl3pPr marL="1158875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3pPr>
            <a:lvl4pPr marL="1646238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4pPr>
            <a:lvl5pPr marL="2089150" indent="-2603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ja-JP" altLang="en-US" dirty="0"/>
          </a:p>
          <a:p>
            <a:pPr lvl="1"/>
            <a:r>
              <a:rPr kumimoji="1" lang="en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</a:t>
            </a:r>
            <a:r>
              <a:rPr kumimoji="1" lang="en" altLang="ja-JP" dirty="0"/>
              <a:t>level</a:t>
            </a:r>
            <a:endParaRPr lang="en-US" altLang="ja-JP" dirty="0"/>
          </a:p>
          <a:p>
            <a:pPr lvl="4"/>
            <a:r>
              <a:rPr lang="en-US" altLang="ja-JP" dirty="0"/>
              <a:t>Fifth level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AA483E3-8F23-4A8D-A0B6-86E295AC4578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1716099D-0823-6A42-EDC1-159239CB3737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D05166-D8F0-485A-9143-F96F7C7F7AA5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69666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39" userDrawn="1">
          <p15:clr>
            <a:srgbClr val="FBAE40"/>
          </p15:clr>
        </p15:guide>
        <p15:guide id="3" pos="7341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Without Logo-Expanded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342000"/>
            <a:ext cx="11329198" cy="38779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altLang="ja-JP" sz="2800" b="0" smtClean="0">
                <a:effectLst/>
              </a:defRPr>
            </a:lvl1pPr>
          </a:lstStyle>
          <a:p>
            <a:r>
              <a:rPr kumimoji="1" lang="en" altLang="ja-JP" dirty="0"/>
              <a:t>Input table of contents title (28pt)/Expanded Live Area </a:t>
            </a:r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432000" y="970671"/>
            <a:ext cx="11329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47D98F-399A-DE84-FA80-DB28252652A0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50693A6-EF3A-C6DA-3046-1BAB7F2C876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0802" y="1188000"/>
            <a:ext cx="11329198" cy="4968000"/>
          </a:xfrm>
        </p:spPr>
        <p:txBody>
          <a:bodyPr lIns="36000" rIns="36000"/>
          <a:lstStyle>
            <a:lvl1pPr marL="266700" marR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spc="0" baseline="0"/>
            </a:lvl1pPr>
            <a:lvl2pPr marL="715963" indent="-258763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2pPr>
            <a:lvl3pPr marL="1158875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3pPr>
            <a:lvl4pPr marL="1646238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4pPr>
            <a:lvl5pPr marL="2089150" indent="-2603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ja-JP" altLang="en-US" dirty="0"/>
          </a:p>
          <a:p>
            <a:pPr lvl="1"/>
            <a:r>
              <a:rPr kumimoji="1" lang="en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</a:t>
            </a:r>
            <a:r>
              <a:rPr kumimoji="1" lang="en" altLang="ja-JP" dirty="0"/>
              <a:t>level</a:t>
            </a:r>
            <a:endParaRPr lang="en-US" altLang="ja-JP" dirty="0"/>
          </a:p>
          <a:p>
            <a:pPr lvl="4"/>
            <a:r>
              <a:rPr lang="en-US" altLang="ja-JP" dirty="0"/>
              <a:t>Fifth level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7039379-3DE3-EBF0-CAFB-BE25138E6187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A0C262CD-28D7-4C5D-1008-EE50E6D09EE1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7EAC65-C575-C40D-060A-7148C7AEE9B0}"/>
              </a:ext>
            </a:extLst>
          </p:cNvPr>
          <p:cNvSpPr txBox="1"/>
          <p:nvPr userDrawn="1"/>
        </p:nvSpPr>
        <p:spPr>
          <a:xfrm>
            <a:off x="8333020" y="6615287"/>
            <a:ext cx="320119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54138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" userDrawn="1">
          <p15:clr>
            <a:srgbClr val="FBAE40"/>
          </p15:clr>
        </p15:guide>
        <p15:guide id="2" pos="740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Without Logo-Blank Space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8661600" cy="387798"/>
          </a:xfrm>
        </p:spPr>
        <p:txBody>
          <a:bodyPr lIns="36000" rIns="36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spc="0"/>
            </a:lvl1pPr>
          </a:lstStyle>
          <a:p>
            <a:r>
              <a:rPr kumimoji="1" lang="en" altLang="ja-JP" dirty="0"/>
              <a:t>Input table of contents title (28pt)</a:t>
            </a:r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86616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6B9E800-3835-A55D-2EDD-9DB870CECB87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B26C17E-31BF-3DC2-FC59-9D7493DAF65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40000" y="1188000"/>
            <a:ext cx="8661598" cy="4968000"/>
          </a:xfrm>
        </p:spPr>
        <p:txBody>
          <a:bodyPr lIns="36000" rIns="36000"/>
          <a:lstStyle>
            <a:lvl1pPr marL="266700" marR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spc="0" baseline="0"/>
            </a:lvl1pPr>
            <a:lvl2pPr marL="715963" indent="-258763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2pPr>
            <a:lvl3pPr marL="1158875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3pPr>
            <a:lvl4pPr marL="1646238" indent="-2667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4pPr>
            <a:lvl5pPr marL="2089150" indent="-2603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/>
              <a:defRPr sz="1800"/>
            </a:lvl5pPr>
          </a:lstStyle>
          <a:p>
            <a:pPr marL="266700" marR="0" lvl="0" indent="-2667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ja-JP" altLang="en-US" dirty="0"/>
          </a:p>
          <a:p>
            <a:pPr lvl="1"/>
            <a:r>
              <a:rPr kumimoji="1" lang="en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</a:t>
            </a:r>
            <a:r>
              <a:rPr kumimoji="1" lang="en" altLang="ja-JP" dirty="0"/>
              <a:t>level</a:t>
            </a:r>
            <a:endParaRPr lang="en-US" altLang="ja-JP" dirty="0"/>
          </a:p>
          <a:p>
            <a:pPr lvl="4"/>
            <a:r>
              <a:rPr lang="en-US" altLang="ja-JP" dirty="0"/>
              <a:t>Fifth level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86A0825-F580-F6A0-2A9C-845F43E94115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253DECEB-58DE-FB7B-F0BD-CA53116CC2BE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2377C88-FA49-AC01-46E7-095A6FEDADBA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070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795" userDrawn="1">
          <p15:clr>
            <a:srgbClr val="FBAE40"/>
          </p15:clr>
        </p15:guide>
        <p15:guide id="3" pos="3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B881E4F-9A9C-86D8-C14D-4E87A5E3D519}"/>
              </a:ext>
            </a:extLst>
          </p:cNvPr>
          <p:cNvSpPr/>
          <p:nvPr userDrawn="1"/>
        </p:nvSpPr>
        <p:spPr>
          <a:xfrm>
            <a:off x="0" y="-16364"/>
            <a:ext cx="12192000" cy="5486401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EA87AE-ACD2-2748-DAB8-1D2A663962E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84000" y="1917431"/>
            <a:ext cx="10515600" cy="498598"/>
          </a:xfrm>
        </p:spPr>
        <p:txBody>
          <a:bodyPr vert="horz" wrap="square" lIns="36000" tIns="0" rIns="36000" bIns="0" rtlCol="0" anchor="b">
            <a:spAutoFit/>
          </a:bodyPr>
          <a:lstStyle>
            <a:lvl1pPr marL="0">
              <a:defRPr lang="ja-JP" altLang="en-US" sz="3600" b="1" spc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/>
            <a:r>
              <a:rPr kumimoji="1" lang="en" altLang="ja-JP" dirty="0"/>
              <a:t>Divider title (36pt)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9096F0-98FE-84F1-075F-190DADA2CE4E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684000" y="2609059"/>
            <a:ext cx="10515600" cy="327910"/>
          </a:xfrm>
        </p:spPr>
        <p:txBody>
          <a:bodyPr vert="horz" wrap="square" lIns="36000" tIns="0" rIns="3600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pc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" altLang="ja-JP" dirty="0"/>
              <a:t>Subtitle (20pt)</a:t>
            </a:r>
          </a:p>
        </p:txBody>
      </p:sp>
    </p:spTree>
    <p:extLst>
      <p:ext uri="{BB962C8B-B14F-4D97-AF65-F5344CB8AC3E}">
        <p14:creationId xmlns:p14="http://schemas.microsoft.com/office/powerpoint/2010/main" val="196428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07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 Text-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9288000" cy="38779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spc="0"/>
            </a:lvl1pPr>
          </a:lstStyle>
          <a:p>
            <a:r>
              <a:rPr kumimoji="1" lang="en" altLang="ja-JP" dirty="0"/>
              <a:t>Input heading (28pt)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2C15E9-7913-FC64-3BF9-DBD05ABA44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0000" y="1188000"/>
            <a:ext cx="11113200" cy="496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spc="0" baseline="0"/>
            </a:lvl1pPr>
            <a:lvl2pPr marL="4572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2pPr>
            <a:lvl3pPr marL="9144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3pPr>
            <a:lvl4pPr marL="13716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4pPr>
            <a:lvl5pPr marL="18288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Body text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 </a:t>
            </a:r>
            <a:r>
              <a:rPr kumimoji="1" lang="en-US" altLang="ja-JP" dirty="0"/>
              <a:t>Arial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(20pt)</a:t>
            </a:r>
          </a:p>
          <a:p>
            <a:pPr marL="457200" marR="0" lvl="1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Second level</a:t>
            </a:r>
          </a:p>
          <a:p>
            <a:pPr marL="914400" marR="0" lvl="2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Third level</a:t>
            </a:r>
          </a:p>
          <a:p>
            <a:pPr marL="1371600" marR="0" lvl="3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Fourth level</a:t>
            </a:r>
          </a:p>
          <a:p>
            <a:pPr marL="1828800" marR="0" lvl="4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Fifth level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11113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25740B-78D7-D3AF-71CA-A298D486FE08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EF6F555-448F-222D-DEEA-C4878E75A6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8100" y="2280"/>
            <a:ext cx="1993900" cy="66040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4CE513D-B62A-FC9D-6D13-4D00A3586E6E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D86DE9DB-69D7-2EA7-B430-80FC72D727E4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C1BF90-F3A5-074D-6EE1-18E7D0C927B1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036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pos="734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-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11113199" cy="387798"/>
          </a:xfrm>
        </p:spPr>
        <p:txBody>
          <a:bodyPr/>
          <a:lstStyle>
            <a:lvl1pPr>
              <a:defRPr b="0" spc="0"/>
            </a:lvl1pPr>
          </a:lstStyle>
          <a:p>
            <a:r>
              <a:rPr kumimoji="1" lang="en" altLang="ja-JP" dirty="0"/>
              <a:t>Input heading (28pt)</a:t>
            </a:r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5C2E6AC-640B-500C-B29B-5CA207EF2E3F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11113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25740B-78D7-D3AF-71CA-A298D486FE08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3ACAAD7F-8362-51B8-C1A2-30C2E9ABEE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0000" y="1188000"/>
            <a:ext cx="11113200" cy="496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spc="0" baseline="0"/>
            </a:lvl1pPr>
            <a:lvl2pPr marL="4572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2pPr>
            <a:lvl3pPr marL="9144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3pPr>
            <a:lvl4pPr marL="13716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4pPr>
            <a:lvl5pPr marL="18288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Fifth level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7AC13F2-A149-FDB0-B285-ACFECCCC2FE3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0E7D5ED6-16F5-3749-3A2D-336A38A5EB57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77776E-CB20-F70E-3B9B-89AB78E23590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8492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pos="734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-Without Logo-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8D290-D2C4-6A72-C9E7-0BE8C43CD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42000"/>
            <a:ext cx="11113200" cy="38779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spc="0"/>
            </a:lvl1pPr>
          </a:lstStyle>
          <a:p>
            <a:r>
              <a:rPr kumimoji="1" lang="en" altLang="ja-JP" dirty="0"/>
              <a:t>Input heading (28pt)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2C15E9-7913-FC64-3BF9-DBD05ABA44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0000" y="1188000"/>
            <a:ext cx="5292000" cy="4968000"/>
          </a:xfrm>
        </p:spPr>
        <p:txBody>
          <a:bodyPr vert="horz" lIns="36000" tIns="0" rIns="3600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altLang="ja-JP" sz="2000" baseline="0"/>
            </a:lvl1pPr>
            <a:lvl2pPr marL="4572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2pPr>
            <a:lvl3pPr marL="9144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3pPr>
            <a:lvl4pPr marL="13716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4pPr>
            <a:lvl5pPr marL="18288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Fifth level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EB658C3-3A0A-F826-FB04-3112001BC6F5}"/>
              </a:ext>
            </a:extLst>
          </p:cNvPr>
          <p:cNvCxnSpPr>
            <a:cxnSpLocks/>
          </p:cNvCxnSpPr>
          <p:nvPr userDrawn="1"/>
        </p:nvCxnSpPr>
        <p:spPr>
          <a:xfrm>
            <a:off x="540000" y="970671"/>
            <a:ext cx="11113200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C11532D3-8243-161F-7907-D64404B03D4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361200" y="1188000"/>
            <a:ext cx="5292000" cy="4968000"/>
          </a:xfrm>
        </p:spPr>
        <p:txBody>
          <a:bodyPr vert="horz" lIns="36000" tIns="0" rIns="3600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altLang="ja-JP" sz="2000" baseline="0"/>
            </a:lvl1pPr>
            <a:lvl2pPr marL="4572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2pPr>
            <a:lvl3pPr marL="9144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3pPr>
            <a:lvl4pPr marL="13716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4pPr>
            <a:lvl5pPr marL="1828800" marR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ja-JP" altLang="en-US"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" altLang="ja-JP" dirty="0"/>
              <a:t>Body text</a:t>
            </a:r>
            <a:r>
              <a:rPr kumimoji="1" lang="en-US" altLang="ja-JP" dirty="0"/>
              <a:t> Arial (20pt)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3775591-E6C3-C610-590C-3A69D16B0E27}"/>
              </a:ext>
            </a:extLst>
          </p:cNvPr>
          <p:cNvSpPr/>
          <p:nvPr userDrawn="1"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2B24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9BC8FF0-346F-9E3C-9C91-3F1873C82821}"/>
              </a:ext>
            </a:extLst>
          </p:cNvPr>
          <p:cNvCxnSpPr>
            <a:cxnSpLocks/>
          </p:cNvCxnSpPr>
          <p:nvPr userDrawn="1"/>
        </p:nvCxnSpPr>
        <p:spPr>
          <a:xfrm>
            <a:off x="11653547" y="6628543"/>
            <a:ext cx="0" cy="8640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803A8DA6-4E5C-B1EF-0B5B-0E337D3E1C1B}"/>
              </a:ext>
            </a:extLst>
          </p:cNvPr>
          <p:cNvSpPr txBox="1">
            <a:spLocks/>
          </p:cNvSpPr>
          <p:nvPr userDrawn="1"/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54578-0A67-C94F-8D2F-8E204205CBB8}" type="slidenum">
              <a:rPr lang="ja-JP" altLang="en-US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57F8AB-6D35-6312-647D-7218A2F83C82}"/>
              </a:ext>
            </a:extLst>
          </p:cNvPr>
          <p:cNvSpPr txBox="1"/>
          <p:nvPr userDrawn="1"/>
        </p:nvSpPr>
        <p:spPr>
          <a:xfrm>
            <a:off x="8333021" y="6615287"/>
            <a:ext cx="32011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dirty="0">
                <a:solidFill>
                  <a:schemeClr val="bg1"/>
                </a:solidFill>
              </a:rPr>
              <a:t>© NTT Data (Thailand) Co.,Ltd. Fortience Consulting Division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07061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pos="3674" userDrawn="1">
          <p15:clr>
            <a:srgbClr val="FBAE40"/>
          </p15:clr>
        </p15:guide>
        <p15:guide id="3" pos="4005" userDrawn="1">
          <p15:clr>
            <a:srgbClr val="FBAE40"/>
          </p15:clr>
        </p15:guide>
        <p15:guide id="4" pos="734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-Company Name N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ロゴ, 会社名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2A99319-C082-0DAE-CFB8-B0DBB0B1D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0400"/>
            <a:ext cx="3276600" cy="11176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8244C7F-6ABE-D908-5000-EB255BA1F120}"/>
              </a:ext>
            </a:extLst>
          </p:cNvPr>
          <p:cNvCxnSpPr/>
          <p:nvPr userDrawn="1"/>
        </p:nvCxnSpPr>
        <p:spPr>
          <a:xfrm>
            <a:off x="9390477" y="5964938"/>
            <a:ext cx="0" cy="4356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1D2BFA-9027-0235-7EA8-CEE0FFBCBE44}"/>
              </a:ext>
            </a:extLst>
          </p:cNvPr>
          <p:cNvSpPr txBox="1"/>
          <p:nvPr userDrawn="1"/>
        </p:nvSpPr>
        <p:spPr>
          <a:xfrm>
            <a:off x="9591960" y="6270908"/>
            <a:ext cx="1599912" cy="150490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</a:pPr>
            <a:r>
              <a:rPr lang="en-US" altLang="ja-JP" sz="1000" b="0" i="0" spc="0" baseline="0" dirty="0">
                <a:solidFill>
                  <a:schemeClr val="tx1"/>
                </a:solidFill>
                <a:latin typeface="+mn-ea"/>
                <a:ea typeface="+mn-ea"/>
              </a:rPr>
              <a:t>www.fortience.com</a:t>
            </a:r>
          </a:p>
        </p:txBody>
      </p:sp>
      <p:sp>
        <p:nvSpPr>
          <p:cNvPr id="3" name="テキスト ボックス 1">
            <a:extLst>
              <a:ext uri="{FF2B5EF4-FFF2-40B4-BE49-F238E27FC236}">
                <a16:creationId xmlns:a16="http://schemas.microsoft.com/office/drawing/2014/main" id="{A74165A7-94D7-8C8A-5858-1E87E8467EAF}"/>
              </a:ext>
            </a:extLst>
          </p:cNvPr>
          <p:cNvSpPr txBox="1"/>
          <p:nvPr userDrawn="1"/>
        </p:nvSpPr>
        <p:spPr>
          <a:xfrm>
            <a:off x="7179735" y="6056419"/>
            <a:ext cx="2115126" cy="35394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ja-JP" sz="1150" b="1" i="0" spc="0" baseline="0" dirty="0">
                <a:solidFill>
                  <a:schemeClr val="tx1"/>
                </a:solidFill>
                <a:latin typeface="+mj-ea"/>
                <a:ea typeface="+mj-ea"/>
              </a:rPr>
              <a:t>NTT Data (Thailand) Co., Ltd. Fortience Consulting Division</a:t>
            </a:r>
          </a:p>
        </p:txBody>
      </p: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EA6C2CF0-761D-1FA4-4109-287C677F38DD}"/>
              </a:ext>
            </a:extLst>
          </p:cNvPr>
          <p:cNvSpPr txBox="1"/>
          <p:nvPr userDrawn="1"/>
        </p:nvSpPr>
        <p:spPr>
          <a:xfrm>
            <a:off x="7179735" y="5856244"/>
            <a:ext cx="1224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kumimoji="1" lang="en" altLang="ja-JP" sz="900" b="0" i="0" kern="1200" spc="0" baseline="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Contact Information</a:t>
            </a:r>
            <a:endParaRPr kumimoji="1" lang="ja-JP" altLang="en-US" sz="900" b="0" i="0" kern="1200" spc="0" baseline="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03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-FBlue-With Statement">
    <p:bg>
      <p:bgPr>
        <a:solidFill>
          <a:srgbClr val="2B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7CD6ADE-E3F8-DDDE-2140-83B4B4232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03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-FBlue-Without Statement">
    <p:bg>
      <p:bgPr>
        <a:solidFill>
          <a:srgbClr val="2B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7CD6ADE-E3F8-DDDE-2140-83B4B4232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7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-White-With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84E8DC4-CBBB-4725-3D18-769225D624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25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-White-Without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84E8DC4-CBBB-4725-3D18-769225D624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0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AE5990-FC00-0BA5-D6A8-2823B7F4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42000"/>
            <a:ext cx="11113200" cy="387798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kumimoji="1" lang="en-US" noProof="0" dirty="0"/>
              <a:t>Click to edit Master title style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DFBC10-601D-7BA5-77D8-122BB928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187998"/>
            <a:ext cx="11113200" cy="5184000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F40D00-7DC7-BF48-6CA2-55FD305C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2000" y="6600483"/>
            <a:ext cx="252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+mn-ea"/>
                <a:ea typeface="+mn-ea"/>
              </a:defRPr>
            </a:lvl1pPr>
          </a:lstStyle>
          <a:p>
            <a:fld id="{EB454578-0A67-C94F-8D2F-8E204205CBB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1038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50" r:id="rId3"/>
    <p:sldLayoutId id="2147483686" r:id="rId4"/>
    <p:sldLayoutId id="2147483687" r:id="rId5"/>
    <p:sldLayoutId id="2147483664" r:id="rId6"/>
    <p:sldLayoutId id="2147483721" r:id="rId7"/>
    <p:sldLayoutId id="2147483683" r:id="rId8"/>
    <p:sldLayoutId id="2147483685" r:id="rId9"/>
    <p:sldLayoutId id="2147483700" r:id="rId10"/>
    <p:sldLayoutId id="2147483720" r:id="rId11"/>
    <p:sldLayoutId id="2147483657" r:id="rId12"/>
    <p:sldLayoutId id="2147483699" r:id="rId13"/>
    <p:sldLayoutId id="2147483666" r:id="rId14"/>
    <p:sldLayoutId id="2147483691" r:id="rId15"/>
    <p:sldLayoutId id="2147483690" r:id="rId16"/>
    <p:sldLayoutId id="2147483692" r:id="rId17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1" sz="2800" b="0" kern="1200" spc="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None/>
        <a:defRPr kumimoji="1" sz="2000" kern="1200" spc="0">
          <a:solidFill>
            <a:schemeClr val="tx1"/>
          </a:solidFill>
          <a:latin typeface="+mn-ea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None/>
        <a:defRPr kumimoji="1" sz="1800" kern="1200" spc="0">
          <a:solidFill>
            <a:schemeClr val="tx1"/>
          </a:solidFill>
          <a:latin typeface="+mn-ea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None/>
        <a:defRPr kumimoji="1" sz="1800" kern="1200" spc="0">
          <a:solidFill>
            <a:schemeClr val="tx1"/>
          </a:solidFill>
          <a:latin typeface="+mn-ea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None/>
        <a:defRPr kumimoji="1" sz="1800" kern="1200" spc="0">
          <a:solidFill>
            <a:schemeClr val="tx1"/>
          </a:solidFill>
          <a:latin typeface="+mn-ea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None/>
        <a:defRPr kumimoji="1" sz="1800" kern="1200" spc="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C06398-68F4-C2EC-582B-AC8FBCC9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ja-JP" dirty="0"/>
              <a:t>Covers (2 Patterns)</a:t>
            </a:r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9D1FA52-0852-E5F3-B83A-6BD78BFB6234}"/>
              </a:ext>
            </a:extLst>
          </p:cNvPr>
          <p:cNvSpPr/>
          <p:nvPr/>
        </p:nvSpPr>
        <p:spPr>
          <a:xfrm>
            <a:off x="647997" y="3240000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Cover A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596CC09-1175-4D85-966C-596CF1AD7E13}"/>
              </a:ext>
            </a:extLst>
          </p:cNvPr>
          <p:cNvSpPr/>
          <p:nvPr/>
        </p:nvSpPr>
        <p:spPr>
          <a:xfrm>
            <a:off x="4476000" y="3240000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altLang="ja-JP" sz="1500" b="1" dirty="0">
                <a:solidFill>
                  <a:schemeClr val="tx1"/>
                </a:solidFill>
              </a:rPr>
              <a:t>Cover B</a:t>
            </a:r>
            <a:endParaRPr lang="ja-JP" altLang="en-US" sz="1500" dirty="0">
              <a:solidFill>
                <a:schemeClr val="tx1"/>
              </a:solidFill>
            </a:endParaRPr>
          </a:p>
        </p:txBody>
      </p:sp>
      <p:pic>
        <p:nvPicPr>
          <p:cNvPr id="3" name="コンテンツ プレースホルダー 4">
            <a:extLst>
              <a:ext uri="{FF2B5EF4-FFF2-40B4-BE49-F238E27FC236}">
                <a16:creationId xmlns:a16="http://schemas.microsoft.com/office/drawing/2014/main" id="{DA6279F4-9926-D53F-DDE9-4CCA4CEFF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47997" y="1301933"/>
            <a:ext cx="3240000" cy="1822500"/>
          </a:xfrm>
          <a:ln w="6350">
            <a:solidFill>
              <a:schemeClr val="bg2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3782EA7-7CB3-A5A0-2C04-69550DCDBC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8812" y="1301933"/>
            <a:ext cx="3234375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04059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4273-2876-A50A-2AB4-41DF5B99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E7E868-81DE-8EEA-F575-118805E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Table of Contents Slides (5 Patterns)</a:t>
            </a:r>
            <a:endParaRPr kumimoji="1" lang="ja-JP" altLang="en-US"/>
          </a:p>
        </p:txBody>
      </p:sp>
      <p:pic>
        <p:nvPicPr>
          <p:cNvPr id="3" name="コンテンツ プレースホルダー 4">
            <a:extLst>
              <a:ext uri="{FF2B5EF4-FFF2-40B4-BE49-F238E27FC236}">
                <a16:creationId xmlns:a16="http://schemas.microsoft.com/office/drawing/2014/main" id="{CE3D42C9-16F3-9FF1-D949-CACE7A0A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8310" y="1214474"/>
            <a:ext cx="3239374" cy="1821419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CED1C75-97B4-4A8A-7CF6-619366A8CE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8812" y="1215880"/>
            <a:ext cx="3234375" cy="1818608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3AC6BA-A4D4-1F3E-BFAE-87CA0058258D}"/>
              </a:ext>
            </a:extLst>
          </p:cNvPr>
          <p:cNvSpPr/>
          <p:nvPr/>
        </p:nvSpPr>
        <p:spPr>
          <a:xfrm>
            <a:off x="647996" y="3068874"/>
            <a:ext cx="3582481" cy="60016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 Logo</a:t>
            </a:r>
          </a:p>
          <a:p>
            <a:r>
              <a:rPr kumimoji="1" lang="en" altLang="ja-JP" sz="1200" dirty="0">
                <a:solidFill>
                  <a:schemeClr val="tx1"/>
                </a:solidFill>
              </a:rPr>
              <a:t>For proposals, competitions, </a:t>
            </a:r>
            <a:br>
              <a:rPr kumimoji="1" lang="en" altLang="ja-JP" sz="1200" dirty="0">
                <a:solidFill>
                  <a:schemeClr val="tx1"/>
                </a:solidFill>
              </a:rPr>
            </a:br>
            <a:r>
              <a:rPr kumimoji="1" lang="en" altLang="ja-JP" sz="1200" dirty="0">
                <a:solidFill>
                  <a:schemeClr val="tx1"/>
                </a:solidFill>
              </a:rPr>
              <a:t>seminars, etc. 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BEAFD74-DC5E-B132-7F3E-2A21B70A83FB}"/>
              </a:ext>
            </a:extLst>
          </p:cNvPr>
          <p:cNvSpPr/>
          <p:nvPr/>
        </p:nvSpPr>
        <p:spPr>
          <a:xfrm>
            <a:off x="4476000" y="3068874"/>
            <a:ext cx="3204000" cy="41549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Without Logo</a:t>
            </a:r>
          </a:p>
          <a:p>
            <a:r>
              <a:rPr lang="en" altLang="ja-JP" sz="1200" dirty="0">
                <a:solidFill>
                  <a:schemeClr val="tx1"/>
                </a:solidFill>
              </a:rPr>
              <a:t>When you want a simple look</a:t>
            </a:r>
          </a:p>
        </p:txBody>
      </p:sp>
      <p:pic>
        <p:nvPicPr>
          <p:cNvPr id="9" name="コンテンツ プレースホルダー 4">
            <a:extLst>
              <a:ext uri="{FF2B5EF4-FFF2-40B4-BE49-F238E27FC236}">
                <a16:creationId xmlns:a16="http://schemas.microsoft.com/office/drawing/2014/main" id="{91D72942-A7A5-773A-3B21-EBD47C7A60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310" y="3821597"/>
            <a:ext cx="3239374" cy="1822439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5FAE6DE-AD97-1070-1D95-4BAA11E33E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77425" y="3821567"/>
            <a:ext cx="3237151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5A68BD1-8A6A-3C4A-3BB8-9D1C8C84D0C7}"/>
              </a:ext>
            </a:extLst>
          </p:cNvPr>
          <p:cNvSpPr/>
          <p:nvPr/>
        </p:nvSpPr>
        <p:spPr>
          <a:xfrm>
            <a:off x="647996" y="5745031"/>
            <a:ext cx="3670615" cy="41549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Without Logo/Expanded Live Area</a:t>
            </a:r>
          </a:p>
          <a:p>
            <a:r>
              <a:rPr lang="en" altLang="ja-JP" sz="1200" dirty="0">
                <a:solidFill>
                  <a:schemeClr val="tx1"/>
                </a:solidFill>
              </a:rPr>
              <a:t>When you want the largest live area possible 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0661BC8-D876-9994-4962-E6F47D2076DC}"/>
              </a:ext>
            </a:extLst>
          </p:cNvPr>
          <p:cNvSpPr/>
          <p:nvPr/>
        </p:nvSpPr>
        <p:spPr>
          <a:xfrm>
            <a:off x="4476000" y="5745031"/>
            <a:ext cx="4575403" cy="41549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Without Logo/Blank Space at Right</a:t>
            </a:r>
          </a:p>
          <a:p>
            <a:r>
              <a:rPr lang="en" altLang="ja-JP" sz="1200" dirty="0">
                <a:solidFill>
                  <a:schemeClr val="tx1"/>
                </a:solidFill>
              </a:rPr>
              <a:t>When you will paste objects or notes at right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32AAA88-57B6-27B0-1E62-AB0EA740D9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05689" y="1215900"/>
            <a:ext cx="3236627" cy="1818565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20F3F4F-4506-99EA-0798-827C24D22912}"/>
              </a:ext>
            </a:extLst>
          </p:cNvPr>
          <p:cNvSpPr/>
          <p:nvPr/>
        </p:nvSpPr>
        <p:spPr>
          <a:xfrm>
            <a:off x="8307412" y="3068874"/>
            <a:ext cx="3204000" cy="41549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Without Logo/2 Columns</a:t>
            </a:r>
          </a:p>
          <a:p>
            <a:r>
              <a:rPr lang="en" altLang="ja-JP" sz="1200" dirty="0">
                <a:solidFill>
                  <a:schemeClr val="tx1"/>
                </a:solidFill>
              </a:rPr>
              <a:t>For longer documents, etc. </a:t>
            </a:r>
          </a:p>
        </p:txBody>
      </p:sp>
    </p:spTree>
    <p:extLst>
      <p:ext uri="{BB962C8B-B14F-4D97-AF65-F5344CB8AC3E}">
        <p14:creationId xmlns:p14="http://schemas.microsoft.com/office/powerpoint/2010/main" val="11831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AD07-DE31-0C9E-F7E4-A5147AA8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2DA06D-1258-AA92-89CF-37CF9149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ja-JP" dirty="0"/>
              <a:t>Dividers and Blank Slides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692073B-E013-B472-8315-F6DA39EAA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76000" y="1301933"/>
            <a:ext cx="3240000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411E52-4C80-C223-4A15-ED737301D7D9}"/>
              </a:ext>
            </a:extLst>
          </p:cNvPr>
          <p:cNvSpPr/>
          <p:nvPr/>
        </p:nvSpPr>
        <p:spPr>
          <a:xfrm>
            <a:off x="647997" y="3240000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Divider</a:t>
            </a:r>
            <a:endParaRPr kumimoji="1" lang="ja-JP" altLang="en-US" sz="15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827842B-8F17-B290-5BCA-F90FB2354EEA}"/>
              </a:ext>
            </a:extLst>
          </p:cNvPr>
          <p:cNvSpPr/>
          <p:nvPr/>
        </p:nvSpPr>
        <p:spPr>
          <a:xfrm>
            <a:off x="4476000" y="3240000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Blank Slide</a:t>
            </a:r>
            <a:endParaRPr kumimoji="1" lang="en-US" altLang="ja-JP" sz="1500" b="1" dirty="0">
              <a:solidFill>
                <a:schemeClr val="tx1"/>
              </a:solidFill>
            </a:endParaRPr>
          </a:p>
        </p:txBody>
      </p:sp>
      <p:pic>
        <p:nvPicPr>
          <p:cNvPr id="8" name="コンテンツ プレースホルダー 4">
            <a:extLst>
              <a:ext uri="{FF2B5EF4-FFF2-40B4-BE49-F238E27FC236}">
                <a16:creationId xmlns:a16="http://schemas.microsoft.com/office/drawing/2014/main" id="{EDC71735-04F4-DEC1-30F7-9546B09201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652" y="1301933"/>
            <a:ext cx="3230689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69815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1903-D33C-230A-E3F4-84FB3260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66050-5D50-DAB7-F0C7-EBCE551E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ja-JP" dirty="0"/>
              <a:t>Body Text Slides (3 Patterns)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70739F3-C343-3B44-66A1-7D51E54F1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77424" y="1301933"/>
            <a:ext cx="3237151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0822358-694B-931C-4854-FEFD20EFB2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05427" y="1301933"/>
            <a:ext cx="3237151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852B30-9AE0-4DBE-A30C-B767CDD503E4}"/>
              </a:ext>
            </a:extLst>
          </p:cNvPr>
          <p:cNvSpPr/>
          <p:nvPr/>
        </p:nvSpPr>
        <p:spPr>
          <a:xfrm>
            <a:off x="647997" y="3240000"/>
            <a:ext cx="3236558" cy="7848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 Logo</a:t>
            </a:r>
          </a:p>
          <a:p>
            <a:r>
              <a:rPr kumimoji="1" lang="en" altLang="ja-JP" sz="1200" dirty="0">
                <a:solidFill>
                  <a:schemeClr val="tx1"/>
                </a:solidFill>
              </a:rPr>
              <a:t>Use for proposals, competitions, seminars, and other occasions when you want to reinforce the company name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B611D85-0BF6-5C45-D4DC-D87F5B261A11}"/>
              </a:ext>
            </a:extLst>
          </p:cNvPr>
          <p:cNvSpPr/>
          <p:nvPr/>
        </p:nvSpPr>
        <p:spPr>
          <a:xfrm>
            <a:off x="4475999" y="3240000"/>
            <a:ext cx="3384323" cy="60016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Without Logo</a:t>
            </a:r>
          </a:p>
          <a:p>
            <a:r>
              <a:rPr lang="en" altLang="ja-JP" sz="1200" dirty="0">
                <a:solidFill>
                  <a:schemeClr val="tx1"/>
                </a:solidFill>
              </a:rPr>
              <a:t>Use when you want a simple look or a wider live area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AC5C2F4-CD2D-2D51-8993-744E43BDC146}"/>
              </a:ext>
            </a:extLst>
          </p:cNvPr>
          <p:cNvSpPr/>
          <p:nvPr/>
        </p:nvSpPr>
        <p:spPr>
          <a:xfrm>
            <a:off x="8304003" y="3240000"/>
            <a:ext cx="3204000" cy="41549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Without Logo/2 Columns</a:t>
            </a:r>
          </a:p>
          <a:p>
            <a:r>
              <a:rPr kumimoji="1" lang="en" altLang="ja-JP" sz="1200" dirty="0">
                <a:solidFill>
                  <a:schemeClr val="tx1"/>
                </a:solidFill>
              </a:rPr>
              <a:t>Use to divide into left and right sides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736A102-3D25-945E-8435-AFB06402D9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718" y="1302100"/>
            <a:ext cx="3236557" cy="1822165"/>
          </a:xfrm>
          <a:prstGeom prst="rect">
            <a:avLst/>
          </a:prstGeom>
          <a:ln w="63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83384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B5AF2-9C36-2105-6C70-2317AB37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2222F7-39B0-51A3-1890-6D502F7E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Back Covers | Company Name Notation</a:t>
            </a:r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C758863-830D-781A-4A44-1A923CB80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997" y="1303200"/>
            <a:ext cx="3240000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679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DE294-38D2-5F72-B77E-0440BAB57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D2C7B3-18A7-4E11-5F04-40410A62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Back Covers | Logo Only (4 Patterns)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543E666-B37A-BF17-1A62-5390D2044640}"/>
              </a:ext>
            </a:extLst>
          </p:cNvPr>
          <p:cNvSpPr/>
          <p:nvPr/>
        </p:nvSpPr>
        <p:spPr>
          <a:xfrm>
            <a:off x="647997" y="3240000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en" altLang="ja-JP" sz="1500" b="1" dirty="0">
                <a:solidFill>
                  <a:schemeClr val="tx1"/>
                </a:solidFill>
              </a:rPr>
              <a:t>With Statement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0D30F6-D8B8-22FF-FC0D-0A848A6115BD}"/>
              </a:ext>
            </a:extLst>
          </p:cNvPr>
          <p:cNvSpPr/>
          <p:nvPr/>
        </p:nvSpPr>
        <p:spPr>
          <a:xfrm>
            <a:off x="4476000" y="3240000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altLang="ja-JP" sz="1500" b="1" dirty="0">
                <a:solidFill>
                  <a:schemeClr val="tx1"/>
                </a:solidFill>
              </a:rPr>
              <a:t>Without Statement</a:t>
            </a:r>
          </a:p>
        </p:txBody>
      </p:sp>
      <p:pic>
        <p:nvPicPr>
          <p:cNvPr id="16" name="コンテンツ プレースホルダー 4">
            <a:extLst>
              <a:ext uri="{FF2B5EF4-FFF2-40B4-BE49-F238E27FC236}">
                <a16:creationId xmlns:a16="http://schemas.microsoft.com/office/drawing/2014/main" id="{04884FB2-5F49-6520-03B0-3DA2BF42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7997" y="3882277"/>
            <a:ext cx="3240000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51EA8F4-1DDF-EBBC-8C33-CF8FF884A5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76000" y="3882277"/>
            <a:ext cx="3240000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023DCF9-BD31-0870-D831-84DBB0AF0D22}"/>
              </a:ext>
            </a:extLst>
          </p:cNvPr>
          <p:cNvSpPr/>
          <p:nvPr/>
        </p:nvSpPr>
        <p:spPr>
          <a:xfrm>
            <a:off x="647997" y="5837913"/>
            <a:ext cx="3204000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15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With Statement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25D0DD7-8DCA-7839-75C0-48B5F85E87AF}"/>
              </a:ext>
            </a:extLst>
          </p:cNvPr>
          <p:cNvSpPr/>
          <p:nvPr/>
        </p:nvSpPr>
        <p:spPr>
          <a:xfrm>
            <a:off x="4475999" y="5837913"/>
            <a:ext cx="3315293" cy="2308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15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Without Statement</a:t>
            </a:r>
          </a:p>
        </p:txBody>
      </p:sp>
      <p:pic>
        <p:nvPicPr>
          <p:cNvPr id="6" name="コンテンツ プレースホルダー 4">
            <a:extLst>
              <a:ext uri="{FF2B5EF4-FFF2-40B4-BE49-F238E27FC236}">
                <a16:creationId xmlns:a16="http://schemas.microsoft.com/office/drawing/2014/main" id="{9ACB2BD2-6E9E-1BE3-DC3E-BA25BF5E71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997" y="1303200"/>
            <a:ext cx="3240000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07719DB-2DFA-E98E-6B0A-85A3F88599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76000" y="1303200"/>
            <a:ext cx="3240000" cy="1822500"/>
          </a:xfrm>
          <a:prstGeom prst="rect">
            <a:avLst/>
          </a:prstGeom>
          <a:ln w="63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1945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D15B5B-AC3E-3F4A-83DA-6590910511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45" t="14092" r="57481" b="48485"/>
          <a:stretch>
            <a:fillRect/>
          </a:stretch>
        </p:blipFill>
        <p:spPr>
          <a:xfrm>
            <a:off x="647997" y="1172431"/>
            <a:ext cx="2592288" cy="427753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DA1A56B-87F6-2660-C72E-F88609B2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817"/>
          <a:stretch>
            <a:fillRect/>
          </a:stretch>
        </p:blipFill>
        <p:spPr>
          <a:xfrm>
            <a:off x="792013" y="1714499"/>
            <a:ext cx="2066798" cy="3735463"/>
          </a:xfrm>
          <a:prstGeom prst="rect">
            <a:avLst/>
          </a:prstGeom>
          <a:noFill/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CA30FB-1DD3-F7F2-BA78-88810B3CD83A}"/>
              </a:ext>
            </a:extLst>
          </p:cNvPr>
          <p:cNvSpPr/>
          <p:nvPr/>
        </p:nvSpPr>
        <p:spPr>
          <a:xfrm>
            <a:off x="792013" y="3286737"/>
            <a:ext cx="1957584" cy="28452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CEE7553-2142-1F84-1501-F8910F2C0F8D}"/>
              </a:ext>
            </a:extLst>
          </p:cNvPr>
          <p:cNvSpPr/>
          <p:nvPr/>
        </p:nvSpPr>
        <p:spPr>
          <a:xfrm>
            <a:off x="866850" y="1939614"/>
            <a:ext cx="405690" cy="109604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97CA4C7-FEB2-BF9B-89DC-3AE1371B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How to Use the Color Palette</a:t>
            </a:r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A0ECCC6-529F-8368-C259-F234ACE9695C}"/>
              </a:ext>
            </a:extLst>
          </p:cNvPr>
          <p:cNvSpPr/>
          <p:nvPr/>
        </p:nvSpPr>
        <p:spPr>
          <a:xfrm>
            <a:off x="3528317" y="1187657"/>
            <a:ext cx="7789213" cy="5097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ja-JP" sz="1700" b="1" dirty="0">
                <a:solidFill>
                  <a:srgbClr val="0070C0"/>
                </a:solidFill>
              </a:rPr>
              <a:t>In general, only basic colors and greys are to be used for text. (In principle, use the color palette options framed in blue.)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7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ja-JP" sz="1700" b="1" dirty="0">
                <a:solidFill>
                  <a:schemeClr val="tx1"/>
                </a:solidFill>
              </a:rPr>
              <a:t>Color Tone Usage Trends </a:t>
            </a:r>
            <a:br>
              <a:rPr lang="en-US" altLang="ja-JP" sz="1700" b="1" dirty="0">
                <a:solidFill>
                  <a:schemeClr val="tx1"/>
                </a:solidFill>
              </a:rPr>
            </a:br>
            <a:r>
              <a:rPr lang="en" altLang="ja-JP" sz="1700" dirty="0">
                <a:solidFill>
                  <a:srgbClr val="FF0000"/>
                </a:solidFill>
              </a:rPr>
              <a:t>Red</a:t>
            </a:r>
            <a:r>
              <a:rPr lang="ja-JP" altLang="en-US" sz="1700">
                <a:solidFill>
                  <a:schemeClr val="tx1"/>
                </a:solidFill>
              </a:rPr>
              <a:t> </a:t>
            </a:r>
            <a:r>
              <a:rPr lang="en-US" altLang="ja-JP" sz="1700" dirty="0">
                <a:solidFill>
                  <a:schemeClr val="tx1"/>
                </a:solidFill>
              </a:rPr>
              <a:t>= </a:t>
            </a:r>
            <a:r>
              <a:rPr lang="en" altLang="ja-JP" sz="1700" dirty="0">
                <a:solidFill>
                  <a:schemeClr val="tx1"/>
                </a:solidFill>
              </a:rPr>
              <a:t>Often used as a warning color (for alerts or to draw attention) </a:t>
            </a:r>
            <a:br>
              <a:rPr lang="en-US" altLang="ja-JP" sz="1700" dirty="0">
                <a:solidFill>
                  <a:schemeClr val="tx1"/>
                </a:solidFill>
              </a:rPr>
            </a:br>
            <a:r>
              <a:rPr lang="en" altLang="ja-JP" sz="1700" dirty="0">
                <a:solidFill>
                  <a:srgbClr val="0070C0"/>
                </a:solidFill>
              </a:rPr>
              <a:t>Blue </a:t>
            </a:r>
            <a:r>
              <a:rPr lang="en" altLang="ja-JP" sz="1700" dirty="0">
                <a:solidFill>
                  <a:schemeClr val="tx1"/>
                </a:solidFill>
              </a:rPr>
              <a:t>= Often used to indicate stability or that things are going smoothly (the opposite of red) </a:t>
            </a:r>
            <a:br>
              <a:rPr lang="en" altLang="ja-JP" sz="1700" dirty="0">
                <a:solidFill>
                  <a:schemeClr val="tx1"/>
                </a:solidFill>
              </a:rPr>
            </a:br>
            <a:r>
              <a:rPr lang="en" altLang="ja-JP" sz="1700" dirty="0">
                <a:solidFill>
                  <a:schemeClr val="tx1"/>
                </a:solidFill>
              </a:rPr>
              <a:t>If no such meaning is intended, use gray. </a:t>
            </a:r>
            <a:endParaRPr lang="en-US" altLang="ja-JP" sz="17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7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ja-JP" sz="1700" b="1" dirty="0">
                <a:solidFill>
                  <a:schemeClr val="tx1"/>
                </a:solidFill>
              </a:rPr>
              <a:t>Important Note </a:t>
            </a:r>
            <a:br>
              <a:rPr lang="en-US" altLang="ja-JP" sz="1700" b="1" dirty="0">
                <a:solidFill>
                  <a:schemeClr val="tx1"/>
                </a:solidFill>
              </a:rPr>
            </a:br>
            <a:r>
              <a:rPr lang="en" altLang="ja-JP" sz="1700" dirty="0">
                <a:solidFill>
                  <a:schemeClr val="tx1"/>
                </a:solidFill>
              </a:rPr>
              <a:t>Be careful about using red over a large area in expressions intended simply for emphasis. </a:t>
            </a:r>
            <a:br>
              <a:rPr lang="en-US" altLang="ja-JP" sz="1700" dirty="0">
                <a:solidFill>
                  <a:schemeClr val="tx1"/>
                </a:solidFill>
              </a:rPr>
            </a:br>
            <a:r>
              <a:rPr lang="en" altLang="ja-JP" sz="1700" dirty="0">
                <a:solidFill>
                  <a:srgbClr val="FF0000"/>
                </a:solidFill>
              </a:rPr>
              <a:t>(Better to avoid, for example, making entire sentences red because they may be misunderstood as warnings.)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7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ja-JP" sz="1700" dirty="0">
                <a:solidFill>
                  <a:schemeClr val="tx1"/>
                </a:solidFill>
              </a:rPr>
              <a:t>Light colors may appear washed out on some monitors. (Light gray, in particular, often looks white.) </a:t>
            </a:r>
            <a:br>
              <a:rPr lang="en" altLang="ja-JP" sz="1700" dirty="0">
                <a:solidFill>
                  <a:schemeClr val="tx1"/>
                </a:solidFill>
              </a:rPr>
            </a:br>
            <a:r>
              <a:rPr lang="en" altLang="ja-JP" sz="1700" dirty="0">
                <a:solidFill>
                  <a:schemeClr val="tx1"/>
                </a:solidFill>
              </a:rPr>
              <a:t>Can you make out what this says? </a:t>
            </a:r>
            <a:r>
              <a:rPr lang="ja-JP" altLang="en-US" sz="1700">
                <a:solidFill>
                  <a:schemeClr val="tx1"/>
                </a:solidFill>
              </a:rPr>
              <a:t>→　</a:t>
            </a:r>
            <a:r>
              <a:rPr lang="en" altLang="ja-JP" sz="1700" dirty="0">
                <a:solidFill>
                  <a:schemeClr val="bg1">
                    <a:lumMod val="95000"/>
                  </a:schemeClr>
                </a:solidFill>
              </a:rPr>
              <a:t>Lorem ipsum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0C8009F-35D8-9044-7535-DB084F92A0A5}"/>
              </a:ext>
            </a:extLst>
          </p:cNvPr>
          <p:cNvSpPr txBox="1"/>
          <p:nvPr/>
        </p:nvSpPr>
        <p:spPr>
          <a:xfrm>
            <a:off x="2747639" y="2153137"/>
            <a:ext cx="886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ja-JP" sz="1200" b="1" dirty="0">
                <a:solidFill>
                  <a:srgbClr val="FF0000"/>
                </a:solidFill>
              </a:rPr>
              <a:t>Caution 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B170321-4565-AD0A-69ED-8E0E2E28A8E1}"/>
              </a:ext>
            </a:extLst>
          </p:cNvPr>
          <p:cNvSpPr/>
          <p:nvPr/>
        </p:nvSpPr>
        <p:spPr>
          <a:xfrm>
            <a:off x="794706" y="2212161"/>
            <a:ext cx="1948068" cy="16055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0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A2596-AD61-FF1E-BAE9-8F6095849A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4D8502-13F6-D078-41E4-E6BAE3D467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5EF3A3-2B7E-3396-E0BE-7E9595B55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4EC8F4-3BA2-F134-C8A6-E23E16C5F9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CD5CEC0-78AB-9F36-D335-26DA1D9BDF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17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3D1012D8-64DF-3D9D-D103-46616BEBC5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字幕 7">
            <a:extLst>
              <a:ext uri="{FF2B5EF4-FFF2-40B4-BE49-F238E27FC236}">
                <a16:creationId xmlns:a16="http://schemas.microsoft.com/office/drawing/2014/main" id="{E160AC6D-8F8B-3C1A-F048-3189BEE1D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BE160CB9-AEE6-23E8-FBC3-424BC19BEF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AA85B73-E30E-BBF4-BBA9-0EADB7BFF6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3136F0-2B60-B11B-2603-6A694ED722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995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E4741A-53E0-E602-4DF1-AB2E1026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0EE489-2F5D-FF9F-1CE9-B26E2B3A9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922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DEBA8A28-6E97-517A-0539-E93E75C6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7B6FC5C-C34E-3A5D-ABD2-1BCE1A7E1C5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452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FDD9D55-F41A-10BE-CD89-584F35F3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FF664AB-0F7C-10C9-7083-4808CBD39F4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3AEC8822-E87B-72F3-E39B-99CEEB8F7D8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930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4080E34-3102-823B-CAB6-A8A1AC82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5C23172-3979-5424-17BD-1DE31ABFB5F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58754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DA84E2C4-CBCF-87A7-1ED0-2364A4AB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F0E9D938-8D9E-2775-82E9-390D5783C27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58590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C99265-C8D8-1F9C-BEB5-8BC62263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80D749-B760-F6ED-BDEF-767ECF2D8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479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22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6ED6F24-E5D3-9F74-BB7F-BEE7EF1F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69F85CAD-6506-3A87-FD04-72DE51EC0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2210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AA46CBDC-1E47-2B7E-1D71-26B1CF36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CD122C14-8368-6BA8-C67D-30B2045B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09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CBB213DF-5D68-E8EB-BD2E-643E7E22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24282D-D569-0BC8-44B3-85BAA9C79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C970018-02AB-E374-2EC6-2D965BF510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87526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下矢印吹き出し 3">
            <a:extLst>
              <a:ext uri="{FF2B5EF4-FFF2-40B4-BE49-F238E27FC236}">
                <a16:creationId xmlns:a16="http://schemas.microsoft.com/office/drawing/2014/main" id="{C1CF5B50-C66B-6124-9B83-93941E9C74CB}"/>
              </a:ext>
            </a:extLst>
          </p:cNvPr>
          <p:cNvSpPr/>
          <p:nvPr/>
        </p:nvSpPr>
        <p:spPr>
          <a:xfrm>
            <a:off x="7963383" y="5184252"/>
            <a:ext cx="3498402" cy="649026"/>
          </a:xfrm>
          <a:prstGeom prst="downArrow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" altLang="ja-JP" sz="1000" dirty="0"/>
              <a:t>Delete or change to the email address and telephone number appropriate for your team.</a:t>
            </a:r>
            <a:endParaRPr lang="en-US" altLang="ja-JP" sz="100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E798FE-DB2B-0C5B-F425-285E5CBB9DED}"/>
              </a:ext>
            </a:extLst>
          </p:cNvPr>
          <p:cNvSpPr txBox="1"/>
          <p:nvPr/>
        </p:nvSpPr>
        <p:spPr>
          <a:xfrm>
            <a:off x="9592864" y="5912724"/>
            <a:ext cx="1701950" cy="33964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</a:pPr>
            <a:r>
              <a:rPr lang="en-US" altLang="ja-JP" sz="1000" dirty="0">
                <a:highlight>
                  <a:srgbClr val="FFFF00"/>
                </a:highlight>
                <a:latin typeface="+mn-ea"/>
              </a:rPr>
              <a:t>info@fortience.com</a:t>
            </a:r>
          </a:p>
          <a:p>
            <a:pPr>
              <a:lnSpc>
                <a:spcPts val="1400"/>
              </a:lnSpc>
              <a:spcAft>
                <a:spcPts val="0"/>
              </a:spcAft>
            </a:pPr>
            <a:r>
              <a:rPr lang="en-US" altLang="ja-JP" sz="1000" dirty="0">
                <a:highlight>
                  <a:srgbClr val="FFFF00"/>
                </a:highlight>
                <a:latin typeface="+mn-ea"/>
              </a:rPr>
              <a:t>+81 3 3517 2292</a:t>
            </a:r>
            <a:r>
              <a:rPr lang="ja-JP" altLang="en-US" sz="1000" dirty="0">
                <a:highlight>
                  <a:srgbClr val="FFFF00"/>
                </a:highlight>
                <a:latin typeface="+mn-ea"/>
              </a:rPr>
              <a:t>　</a:t>
            </a:r>
            <a:r>
              <a:rPr lang="en-US" altLang="ja-JP" sz="1000" spc="0" baseline="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98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095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68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191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346149"/>
      </p:ext>
    </p:extLst>
  </p:cSld>
  <p:clrMapOvr>
    <a:masterClrMapping/>
  </p:clrMapOvr>
</p:sld>
</file>

<file path=ppt/theme/theme1.xml><?xml version="1.0" encoding="utf-8"?>
<a:theme xmlns:a="http://schemas.openxmlformats.org/drawingml/2006/main" name="Fortience_PPT">
  <a:themeElements>
    <a:clrScheme name="Fortience_250630">
      <a:dk1>
        <a:srgbClr val="434343"/>
      </a:dk1>
      <a:lt1>
        <a:srgbClr val="FFFFFF"/>
      </a:lt1>
      <a:dk2>
        <a:srgbClr val="2B245C"/>
      </a:dk2>
      <a:lt2>
        <a:srgbClr val="7D7D7D"/>
      </a:lt2>
      <a:accent1>
        <a:srgbClr val="003DA5"/>
      </a:accent1>
      <a:accent2>
        <a:srgbClr val="116AF8"/>
      </a:accent2>
      <a:accent3>
        <a:srgbClr val="04AED6"/>
      </a:accent3>
      <a:accent4>
        <a:srgbClr val="7848DC"/>
      </a:accent4>
      <a:accent5>
        <a:srgbClr val="88BE7A"/>
      </a:accent5>
      <a:accent6>
        <a:srgbClr val="02788E"/>
      </a:accent6>
      <a:hlink>
        <a:srgbClr val="467886"/>
      </a:hlink>
      <a:folHlink>
        <a:srgbClr val="96607D"/>
      </a:folHlink>
    </a:clrScheme>
    <a:fontScheme name="Custom 1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Fortience_250630">
    <a:dk1>
      <a:srgbClr val="434343"/>
    </a:dk1>
    <a:lt1>
      <a:srgbClr val="FFFFFF"/>
    </a:lt1>
    <a:dk2>
      <a:srgbClr val="2B245C"/>
    </a:dk2>
    <a:lt2>
      <a:srgbClr val="7D7D7D"/>
    </a:lt2>
    <a:accent1>
      <a:srgbClr val="003DA5"/>
    </a:accent1>
    <a:accent2>
      <a:srgbClr val="116AF8"/>
    </a:accent2>
    <a:accent3>
      <a:srgbClr val="04AED6"/>
    </a:accent3>
    <a:accent4>
      <a:srgbClr val="7848DC"/>
    </a:accent4>
    <a:accent5>
      <a:srgbClr val="88BE7A"/>
    </a:accent5>
    <a:accent6>
      <a:srgbClr val="02788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149E3959FA734DB5DEEE4CF89A0553" ma:contentTypeVersion="19" ma:contentTypeDescription="Create a new document." ma:contentTypeScope="" ma:versionID="677395a7bf06bc5d324f5cb2e6a9c264">
  <xsd:schema xmlns:xsd="http://www.w3.org/2001/XMLSchema" xmlns:xs="http://www.w3.org/2001/XMLSchema" xmlns:p="http://schemas.microsoft.com/office/2006/metadata/properties" xmlns:ns2="0b339e83-6b03-43e0-b1cb-d63a7c009ac5" xmlns:ns3="b04097ba-bb97-4bea-a32e-8feae762f94b" targetNamespace="http://schemas.microsoft.com/office/2006/metadata/properties" ma:root="true" ma:fieldsID="48ccb09ac9847895cee284b0c70f9850" ns2:_="" ns3:_="">
    <xsd:import namespace="0b339e83-6b03-43e0-b1cb-d63a7c009ac5"/>
    <xsd:import namespace="b04097ba-bb97-4bea-a32e-8feae762f9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m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339e83-6b03-43e0-b1cb-d63a7c009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dbde52c-a183-4123-8d18-0d8f937293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mo" ma:index="24" nillable="true" ma:displayName="Memo" ma:format="Dropdown" ma:internalName="Memo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097ba-bb97-4bea-a32e-8feae762f94b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6aedf2e2-c568-4eb8-9cbb-c8d467c508f5}" ma:internalName="TaxCatchAll" ma:showField="CatchAllData" ma:web="b04097ba-bb97-4bea-a32e-8feae762f9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b339e83-6b03-43e0-b1cb-d63a7c009ac5">
      <Terms xmlns="http://schemas.microsoft.com/office/infopath/2007/PartnerControls"/>
    </lcf76f155ced4ddcb4097134ff3c332f>
    <Memo xmlns="0b339e83-6b03-43e0-b1cb-d63a7c009ac5" xsi:nil="true"/>
    <TaxCatchAll xmlns="b04097ba-bb97-4bea-a32e-8feae762f94b" xsi:nil="true"/>
  </documentManagement>
</p:properties>
</file>

<file path=customXml/itemProps1.xml><?xml version="1.0" encoding="utf-8"?>
<ds:datastoreItem xmlns:ds="http://schemas.openxmlformats.org/officeDocument/2006/customXml" ds:itemID="{0993B5E4-B05D-4B33-A4C0-C7937A51E677}"/>
</file>

<file path=customXml/itemProps2.xml><?xml version="1.0" encoding="utf-8"?>
<ds:datastoreItem xmlns:ds="http://schemas.openxmlformats.org/officeDocument/2006/customXml" ds:itemID="{8CD01CA8-0031-4E7D-93D6-94AFF141BEA6}"/>
</file>

<file path=customXml/itemProps3.xml><?xml version="1.0" encoding="utf-8"?>
<ds:datastoreItem xmlns:ds="http://schemas.openxmlformats.org/officeDocument/2006/customXml" ds:itemID="{7294C8CD-C4B8-483C-83BF-062FF6A6F0E9}"/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355</Words>
  <Application>Microsoft Office PowerPoint</Application>
  <PresentationFormat>Widescreen</PresentationFormat>
  <Paragraphs>49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Meiryo UI</vt:lpstr>
      <vt:lpstr>游ゴシック</vt:lpstr>
      <vt:lpstr>Arial</vt:lpstr>
      <vt:lpstr>Fortience_PPT</vt:lpstr>
      <vt:lpstr>Covers (2 Patterns)</vt:lpstr>
      <vt:lpstr>Table of Contents Slides (5 Patterns)</vt:lpstr>
      <vt:lpstr>Dividers and Blank Slides</vt:lpstr>
      <vt:lpstr>Body Text Slides (3 Patterns)</vt:lpstr>
      <vt:lpstr>Back Covers | Company Name Notation</vt:lpstr>
      <vt:lpstr>Back Covers | Logo Only (4 Patterns)</vt:lpstr>
      <vt:lpstr>How to Use the Color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Kumano, Ryo</cp:lastModifiedBy>
  <cp:revision>1</cp:revision>
  <dcterms:created xsi:type="dcterms:W3CDTF">2025-06-19T09:35:46Z</dcterms:created>
  <dcterms:modified xsi:type="dcterms:W3CDTF">2025-09-12T03:53:50Z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44c618-538c-404a-b2f6-f58b5e4f4fae_Enabled">
    <vt:lpwstr>true</vt:lpwstr>
  </property>
  <property fmtid="{D5CDD505-2E9C-101B-9397-08002B2CF9AE}" pid="3" name="MSIP_Label_a844c618-538c-404a-b2f6-f58b5e4f4fae_SetDate">
    <vt:lpwstr>2025-06-19T09:36:37Z</vt:lpwstr>
  </property>
  <property fmtid="{D5CDD505-2E9C-101B-9397-08002B2CF9AE}" pid="4" name="MSIP_Label_a844c618-538c-404a-b2f6-f58b5e4f4fae_Method">
    <vt:lpwstr>Privileged</vt:lpwstr>
  </property>
  <property fmtid="{D5CDD505-2E9C-101B-9397-08002B2CF9AE}" pid="5" name="MSIP_Label_a844c618-538c-404a-b2f6-f58b5e4f4fae_Name">
    <vt:lpwstr>Public</vt:lpwstr>
  </property>
  <property fmtid="{D5CDD505-2E9C-101B-9397-08002B2CF9AE}" pid="6" name="MSIP_Label_a844c618-538c-404a-b2f6-f58b5e4f4fae_SiteId">
    <vt:lpwstr>41eb501a-f671-4ce0-a5bf-b64168c3705f</vt:lpwstr>
  </property>
  <property fmtid="{D5CDD505-2E9C-101B-9397-08002B2CF9AE}" pid="7" name="MSIP_Label_a844c618-538c-404a-b2f6-f58b5e4f4fae_ActionId">
    <vt:lpwstr>e923e32c-e792-47b4-a49e-36419bee7a3c</vt:lpwstr>
  </property>
  <property fmtid="{D5CDD505-2E9C-101B-9397-08002B2CF9AE}" pid="8" name="MSIP_Label_a844c618-538c-404a-b2f6-f58b5e4f4fae_ContentBits">
    <vt:lpwstr>0</vt:lpwstr>
  </property>
  <property fmtid="{D5CDD505-2E9C-101B-9397-08002B2CF9AE}" pid="9" name="MSIP_Label_a844c618-538c-404a-b2f6-f58b5e4f4fae_Tag">
    <vt:lpwstr>50, 0, 1, 1</vt:lpwstr>
  </property>
  <property fmtid="{D5CDD505-2E9C-101B-9397-08002B2CF9AE}" pid="10" name="ContentTypeId">
    <vt:lpwstr>0x0101003B149E3959FA734DB5DEEE4CF89A0553</vt:lpwstr>
  </property>
</Properties>
</file>